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88"/>
  </p:notesMasterIdLst>
  <p:handoutMasterIdLst>
    <p:handoutMasterId r:id="rId89"/>
  </p:handoutMasterIdLst>
  <p:sldIdLst>
    <p:sldId id="355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356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57" r:id="rId49"/>
    <p:sldId id="358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353" r:id="rId86"/>
    <p:sldId id="354" r:id="rId87"/>
  </p:sldIdLst>
  <p:sldSz cx="9144000" cy="5143500" type="screen16x9"/>
  <p:notesSz cx="6797675" cy="9926638"/>
  <p:defaultTextStyle>
    <a:defPPr>
      <a:defRPr lang="en-I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2F2F2"/>
    <a:srgbClr val="E6E6E6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4" autoAdjust="0"/>
    <p:restoredTop sz="94664" autoAdjust="0"/>
  </p:normalViewPr>
  <p:slideViewPr>
    <p:cSldViewPr snapToGrid="0" snapToObjects="1">
      <p:cViewPr varScale="1">
        <p:scale>
          <a:sx n="126" d="100"/>
          <a:sy n="126" d="100"/>
        </p:scale>
        <p:origin x="588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1" d="100"/>
          <a:sy n="71" d="100"/>
        </p:scale>
        <p:origin x="37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jálmtýr Hafsteinsson - HI" userId="851c0888-5f35-4c19-bf43-6c41ad09c3fa" providerId="ADAL" clId="{9319EFCF-40EF-49DB-8DAD-C490E4E3C9C3}"/>
    <pc:docChg chg="custSel addSld delSld modSld">
      <pc:chgData name="Hjálmtýr Hafsteinsson - HI" userId="851c0888-5f35-4c19-bf43-6c41ad09c3fa" providerId="ADAL" clId="{9319EFCF-40EF-49DB-8DAD-C490E4E3C9C3}" dt="2026-03-19T15:34:46.157" v="2199" actId="1037"/>
      <pc:docMkLst>
        <pc:docMk/>
      </pc:docMkLst>
      <pc:sldChg chg="modAnim">
        <pc:chgData name="Hjálmtýr Hafsteinsson - HI" userId="851c0888-5f35-4c19-bf43-6c41ad09c3fa" providerId="ADAL" clId="{9319EFCF-40EF-49DB-8DAD-C490E4E3C9C3}" dt="2026-03-17T14:24:35.476" v="0"/>
        <pc:sldMkLst>
          <pc:docMk/>
          <pc:sldMk cId="3488972010" sldId="272"/>
        </pc:sldMkLst>
      </pc:sldChg>
      <pc:sldChg chg="modSp mod">
        <pc:chgData name="Hjálmtýr Hafsteinsson - HI" userId="851c0888-5f35-4c19-bf43-6c41ad09c3fa" providerId="ADAL" clId="{9319EFCF-40EF-49DB-8DAD-C490E4E3C9C3}" dt="2026-03-17T14:24:55.391" v="1" actId="20577"/>
        <pc:sldMkLst>
          <pc:docMk/>
          <pc:sldMk cId="402410094" sldId="273"/>
        </pc:sldMkLst>
        <pc:spChg chg="mod">
          <ac:chgData name="Hjálmtýr Hafsteinsson - HI" userId="851c0888-5f35-4c19-bf43-6c41ad09c3fa" providerId="ADAL" clId="{9319EFCF-40EF-49DB-8DAD-C490E4E3C9C3}" dt="2026-03-17T14:24:55.391" v="1" actId="20577"/>
          <ac:spMkLst>
            <pc:docMk/>
            <pc:sldMk cId="402410094" sldId="273"/>
            <ac:spMk id="8195" creationId="{00000000-0000-0000-0000-000000000000}"/>
          </ac:spMkLst>
        </pc:spChg>
      </pc:sldChg>
      <pc:sldChg chg="modSp mod addAnim delAnim modAnim">
        <pc:chgData name="Hjálmtýr Hafsteinsson - HI" userId="851c0888-5f35-4c19-bf43-6c41ad09c3fa" providerId="ADAL" clId="{9319EFCF-40EF-49DB-8DAD-C490E4E3C9C3}" dt="2026-03-17T14:28:23.394" v="40"/>
        <pc:sldMkLst>
          <pc:docMk/>
          <pc:sldMk cId="971960003" sldId="274"/>
        </pc:sldMkLst>
        <pc:spChg chg="mod">
          <ac:chgData name="Hjálmtýr Hafsteinsson - HI" userId="851c0888-5f35-4c19-bf43-6c41ad09c3fa" providerId="ADAL" clId="{9319EFCF-40EF-49DB-8DAD-C490E4E3C9C3}" dt="2026-03-17T14:28:03.857" v="38" actId="115"/>
          <ac:spMkLst>
            <pc:docMk/>
            <pc:sldMk cId="971960003" sldId="274"/>
            <ac:spMk id="10243" creationId="{00000000-0000-0000-0000-000000000000}"/>
          </ac:spMkLst>
        </pc:spChg>
      </pc:sldChg>
      <pc:sldChg chg="modSp addAnim delAnim modAnim">
        <pc:chgData name="Hjálmtýr Hafsteinsson - HI" userId="851c0888-5f35-4c19-bf43-6c41ad09c3fa" providerId="ADAL" clId="{9319EFCF-40EF-49DB-8DAD-C490E4E3C9C3}" dt="2026-03-17T14:30:09.573" v="49"/>
        <pc:sldMkLst>
          <pc:docMk/>
          <pc:sldMk cId="872199925" sldId="275"/>
        </pc:sldMkLst>
        <pc:spChg chg="mod">
          <ac:chgData name="Hjálmtýr Hafsteinsson - HI" userId="851c0888-5f35-4c19-bf43-6c41ad09c3fa" providerId="ADAL" clId="{9319EFCF-40EF-49DB-8DAD-C490E4E3C9C3}" dt="2026-03-17T14:30:09.573" v="49"/>
          <ac:spMkLst>
            <pc:docMk/>
            <pc:sldMk cId="872199925" sldId="275"/>
            <ac:spMk id="12291" creationId="{00000000-0000-0000-0000-000000000000}"/>
          </ac:spMkLst>
        </pc:spChg>
      </pc:sldChg>
      <pc:sldChg chg="addSp modSp mod addAnim delAnim modAnim">
        <pc:chgData name="Hjálmtýr Hafsteinsson - HI" userId="851c0888-5f35-4c19-bf43-6c41ad09c3fa" providerId="ADAL" clId="{9319EFCF-40EF-49DB-8DAD-C490E4E3C9C3}" dt="2026-03-17T14:33:23.592" v="112"/>
        <pc:sldMkLst>
          <pc:docMk/>
          <pc:sldMk cId="4222278369" sldId="276"/>
        </pc:sldMkLst>
        <pc:spChg chg="add mod">
          <ac:chgData name="Hjálmtýr Hafsteinsson - HI" userId="851c0888-5f35-4c19-bf43-6c41ad09c3fa" providerId="ADAL" clId="{9319EFCF-40EF-49DB-8DAD-C490E4E3C9C3}" dt="2026-03-17T14:32:23.186" v="108" actId="14100"/>
          <ac:spMkLst>
            <pc:docMk/>
            <pc:sldMk cId="4222278369" sldId="276"/>
            <ac:spMk id="4" creationId="{0B6B46FC-6163-A737-FC05-488575EA24D2}"/>
          </ac:spMkLst>
        </pc:spChg>
      </pc:sldChg>
      <pc:sldChg chg="addSp modSp mod modAnim">
        <pc:chgData name="Hjálmtýr Hafsteinsson - HI" userId="851c0888-5f35-4c19-bf43-6c41ad09c3fa" providerId="ADAL" clId="{9319EFCF-40EF-49DB-8DAD-C490E4E3C9C3}" dt="2026-03-17T14:37:30.171" v="130"/>
        <pc:sldMkLst>
          <pc:docMk/>
          <pc:sldMk cId="1977657384" sldId="277"/>
        </pc:sldMkLst>
        <pc:spChg chg="mod">
          <ac:chgData name="Hjálmtýr Hafsteinsson - HI" userId="851c0888-5f35-4c19-bf43-6c41ad09c3fa" providerId="ADAL" clId="{9319EFCF-40EF-49DB-8DAD-C490E4E3C9C3}" dt="2026-03-17T14:34:27.353" v="116" actId="164"/>
          <ac:spMkLst>
            <pc:docMk/>
            <pc:sldMk cId="1977657384" sldId="277"/>
            <ac:spMk id="6" creationId="{2DAE4484-96EE-ED85-450D-DF439F9D7C71}"/>
          </ac:spMkLst>
        </pc:spChg>
        <pc:spChg chg="mod">
          <ac:chgData name="Hjálmtýr Hafsteinsson - HI" userId="851c0888-5f35-4c19-bf43-6c41ad09c3fa" providerId="ADAL" clId="{9319EFCF-40EF-49DB-8DAD-C490E4E3C9C3}" dt="2026-03-17T14:34:27.353" v="116" actId="164"/>
          <ac:spMkLst>
            <pc:docMk/>
            <pc:sldMk cId="1977657384" sldId="277"/>
            <ac:spMk id="36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5:53.409" v="127" actId="1076"/>
          <ac:spMkLst>
            <pc:docMk/>
            <pc:sldMk cId="1977657384" sldId="277"/>
            <ac:spMk id="44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390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391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392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393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394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395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407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34:59.702" v="118" actId="164"/>
          <ac:spMkLst>
            <pc:docMk/>
            <pc:sldMk cId="1977657384" sldId="277"/>
            <ac:spMk id="16408" creationId="{00000000-0000-0000-0000-000000000000}"/>
          </ac:spMkLst>
        </pc:spChg>
        <pc:grpChg chg="add mod">
          <ac:chgData name="Hjálmtýr Hafsteinsson - HI" userId="851c0888-5f35-4c19-bf43-6c41ad09c3fa" providerId="ADAL" clId="{9319EFCF-40EF-49DB-8DAD-C490E4E3C9C3}" dt="2026-03-17T14:35:10.483" v="119" actId="1076"/>
          <ac:grpSpMkLst>
            <pc:docMk/>
            <pc:sldMk cId="1977657384" sldId="277"/>
            <ac:grpSpMk id="7" creationId="{B55B2F7C-CFEB-4532-9420-00C9832CE696}"/>
          </ac:grpSpMkLst>
        </pc:grpChg>
        <pc:grpChg chg="add mod">
          <ac:chgData name="Hjálmtýr Hafsteinsson - HI" userId="851c0888-5f35-4c19-bf43-6c41ad09c3fa" providerId="ADAL" clId="{9319EFCF-40EF-49DB-8DAD-C490E4E3C9C3}" dt="2026-03-17T14:34:59.702" v="118" actId="164"/>
          <ac:grpSpMkLst>
            <pc:docMk/>
            <pc:sldMk cId="1977657384" sldId="277"/>
            <ac:grpSpMk id="9" creationId="{935F0097-3295-BD8F-556A-DDF7A76955B4}"/>
          </ac:grpSpMkLst>
        </pc:grpChg>
        <pc:cxnChg chg="mod">
          <ac:chgData name="Hjálmtýr Hafsteinsson - HI" userId="851c0888-5f35-4c19-bf43-6c41ad09c3fa" providerId="ADAL" clId="{9319EFCF-40EF-49DB-8DAD-C490E4E3C9C3}" dt="2026-03-17T14:34:59.702" v="118" actId="164"/>
          <ac:cxnSpMkLst>
            <pc:docMk/>
            <pc:sldMk cId="1977657384" sldId="277"/>
            <ac:cxnSpMk id="8" creationId="{00000000-0000-0000-0000-000000000000}"/>
          </ac:cxnSpMkLst>
        </pc:cxnChg>
      </pc:sldChg>
      <pc:sldChg chg="addSp modSp mod addAnim delAnim modAnim">
        <pc:chgData name="Hjálmtýr Hafsteinsson - HI" userId="851c0888-5f35-4c19-bf43-6c41ad09c3fa" providerId="ADAL" clId="{9319EFCF-40EF-49DB-8DAD-C490E4E3C9C3}" dt="2026-03-17T14:43:40.010" v="168"/>
        <pc:sldMkLst>
          <pc:docMk/>
          <pc:sldMk cId="2695435329" sldId="278"/>
        </pc:sldMkLst>
        <pc:spChg chg="mod">
          <ac:chgData name="Hjálmtýr Hafsteinsson - HI" userId="851c0888-5f35-4c19-bf43-6c41ad09c3fa" providerId="ADAL" clId="{9319EFCF-40EF-49DB-8DAD-C490E4E3C9C3}" dt="2026-03-17T14:42:58.329" v="161" actId="164"/>
          <ac:spMkLst>
            <pc:docMk/>
            <pc:sldMk cId="2695435329" sldId="278"/>
            <ac:spMk id="10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42:50.611" v="160" actId="164"/>
          <ac:spMkLst>
            <pc:docMk/>
            <pc:sldMk cId="2695435329" sldId="278"/>
            <ac:spMk id="11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42:58.329" v="161" actId="164"/>
          <ac:spMkLst>
            <pc:docMk/>
            <pc:sldMk cId="2695435329" sldId="278"/>
            <ac:spMk id="37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43:04.168" v="162" actId="164"/>
          <ac:spMkLst>
            <pc:docMk/>
            <pc:sldMk cId="2695435329" sldId="278"/>
            <ac:spMk id="38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42:50.611" v="160" actId="164"/>
          <ac:spMkLst>
            <pc:docMk/>
            <pc:sldMk cId="2695435329" sldId="278"/>
            <ac:spMk id="39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4:43:04.168" v="162" actId="164"/>
          <ac:spMkLst>
            <pc:docMk/>
            <pc:sldMk cId="2695435329" sldId="278"/>
            <ac:spMk id="18436" creationId="{00000000-0000-0000-0000-000000000000}"/>
          </ac:spMkLst>
        </pc:spChg>
        <pc:grpChg chg="add mod">
          <ac:chgData name="Hjálmtýr Hafsteinsson - HI" userId="851c0888-5f35-4c19-bf43-6c41ad09c3fa" providerId="ADAL" clId="{9319EFCF-40EF-49DB-8DAD-C490E4E3C9C3}" dt="2026-03-17T14:42:50.611" v="160" actId="164"/>
          <ac:grpSpMkLst>
            <pc:docMk/>
            <pc:sldMk cId="2695435329" sldId="278"/>
            <ac:grpSpMk id="7" creationId="{9DD4B62D-E0E8-14A3-39E4-F99BDE2B95C1}"/>
          </ac:grpSpMkLst>
        </pc:grpChg>
        <pc:grpChg chg="add mod">
          <ac:chgData name="Hjálmtýr Hafsteinsson - HI" userId="851c0888-5f35-4c19-bf43-6c41ad09c3fa" providerId="ADAL" clId="{9319EFCF-40EF-49DB-8DAD-C490E4E3C9C3}" dt="2026-03-17T14:42:58.329" v="161" actId="164"/>
          <ac:grpSpMkLst>
            <pc:docMk/>
            <pc:sldMk cId="2695435329" sldId="278"/>
            <ac:grpSpMk id="8" creationId="{D37FF390-9191-141B-2051-5C2B598405C6}"/>
          </ac:grpSpMkLst>
        </pc:grpChg>
        <pc:grpChg chg="add mod">
          <ac:chgData name="Hjálmtýr Hafsteinsson - HI" userId="851c0888-5f35-4c19-bf43-6c41ad09c3fa" providerId="ADAL" clId="{9319EFCF-40EF-49DB-8DAD-C490E4E3C9C3}" dt="2026-03-17T14:43:04.168" v="162" actId="164"/>
          <ac:grpSpMkLst>
            <pc:docMk/>
            <pc:sldMk cId="2695435329" sldId="278"/>
            <ac:grpSpMk id="9" creationId="{6FF87FBE-0730-D7B5-D1A7-475C2D82B2FC}"/>
          </ac:grpSpMkLst>
        </pc:grpChg>
        <pc:cxnChg chg="mod">
          <ac:chgData name="Hjálmtýr Hafsteinsson - HI" userId="851c0888-5f35-4c19-bf43-6c41ad09c3fa" providerId="ADAL" clId="{9319EFCF-40EF-49DB-8DAD-C490E4E3C9C3}" dt="2026-03-17T14:42:50.611" v="160" actId="164"/>
          <ac:cxnSpMkLst>
            <pc:docMk/>
            <pc:sldMk cId="2695435329" sldId="278"/>
            <ac:cxnSpMk id="30" creationId="{00000000-0000-0000-0000-000000000000}"/>
          </ac:cxnSpMkLst>
        </pc:cxnChg>
        <pc:cxnChg chg="mod">
          <ac:chgData name="Hjálmtýr Hafsteinsson - HI" userId="851c0888-5f35-4c19-bf43-6c41ad09c3fa" providerId="ADAL" clId="{9319EFCF-40EF-49DB-8DAD-C490E4E3C9C3}" dt="2026-03-17T14:42:50.611" v="160" actId="164"/>
          <ac:cxnSpMkLst>
            <pc:docMk/>
            <pc:sldMk cId="2695435329" sldId="278"/>
            <ac:cxnSpMk id="34" creationId="{00000000-0000-0000-0000-000000000000}"/>
          </ac:cxnSpMkLst>
        </pc:cxnChg>
      </pc:sldChg>
      <pc:sldChg chg="modAnim">
        <pc:chgData name="Hjálmtýr Hafsteinsson - HI" userId="851c0888-5f35-4c19-bf43-6c41ad09c3fa" providerId="ADAL" clId="{9319EFCF-40EF-49DB-8DAD-C490E4E3C9C3}" dt="2026-03-17T14:44:33.290" v="169"/>
        <pc:sldMkLst>
          <pc:docMk/>
          <pc:sldMk cId="946150573" sldId="279"/>
        </pc:sldMkLst>
      </pc:sldChg>
      <pc:sldChg chg="modSp mod addAnim delAnim modAnim">
        <pc:chgData name="Hjálmtýr Hafsteinsson - HI" userId="851c0888-5f35-4c19-bf43-6c41ad09c3fa" providerId="ADAL" clId="{9319EFCF-40EF-49DB-8DAD-C490E4E3C9C3}" dt="2026-03-17T14:47:33.693" v="193" actId="1076"/>
        <pc:sldMkLst>
          <pc:docMk/>
          <pc:sldMk cId="3620235277" sldId="280"/>
        </pc:sldMkLst>
        <pc:spChg chg="mod">
          <ac:chgData name="Hjálmtýr Hafsteinsson - HI" userId="851c0888-5f35-4c19-bf43-6c41ad09c3fa" providerId="ADAL" clId="{9319EFCF-40EF-49DB-8DAD-C490E4E3C9C3}" dt="2026-03-17T14:46:26.102" v="188" actId="20577"/>
          <ac:spMkLst>
            <pc:docMk/>
            <pc:sldMk cId="3620235277" sldId="280"/>
            <ac:spMk id="22531" creationId="{00000000-0000-0000-0000-000000000000}"/>
          </ac:spMkLst>
        </pc:spChg>
        <pc:picChg chg="mod">
          <ac:chgData name="Hjálmtýr Hafsteinsson - HI" userId="851c0888-5f35-4c19-bf43-6c41ad09c3fa" providerId="ADAL" clId="{9319EFCF-40EF-49DB-8DAD-C490E4E3C9C3}" dt="2026-03-17T14:47:33.693" v="193" actId="1076"/>
          <ac:picMkLst>
            <pc:docMk/>
            <pc:sldMk cId="3620235277" sldId="280"/>
            <ac:picMk id="22532" creationId="{00000000-0000-0000-0000-000000000000}"/>
          </ac:picMkLst>
        </pc:picChg>
      </pc:sldChg>
      <pc:sldChg chg="addSp modSp mod addAnim delAnim modAnim">
        <pc:chgData name="Hjálmtýr Hafsteinsson - HI" userId="851c0888-5f35-4c19-bf43-6c41ad09c3fa" providerId="ADAL" clId="{9319EFCF-40EF-49DB-8DAD-C490E4E3C9C3}" dt="2026-03-17T14:54:50.263" v="331"/>
        <pc:sldMkLst>
          <pc:docMk/>
          <pc:sldMk cId="591159179" sldId="281"/>
        </pc:sldMkLst>
        <pc:spChg chg="add mod">
          <ac:chgData name="Hjálmtýr Hafsteinsson - HI" userId="851c0888-5f35-4c19-bf43-6c41ad09c3fa" providerId="ADAL" clId="{9319EFCF-40EF-49DB-8DAD-C490E4E3C9C3}" dt="2026-03-17T14:54:46.103" v="330" actId="1076"/>
          <ac:spMkLst>
            <pc:docMk/>
            <pc:sldMk cId="591159179" sldId="281"/>
            <ac:spMk id="4" creationId="{3D75F275-5685-4DEE-BEEA-BD4DD3F5BA15}"/>
          </ac:spMkLst>
        </pc:spChg>
        <pc:spChg chg="mod">
          <ac:chgData name="Hjálmtýr Hafsteinsson - HI" userId="851c0888-5f35-4c19-bf43-6c41ad09c3fa" providerId="ADAL" clId="{9319EFCF-40EF-49DB-8DAD-C490E4E3C9C3}" dt="2026-03-17T14:54:08.211" v="322" actId="6549"/>
          <ac:spMkLst>
            <pc:docMk/>
            <pc:sldMk cId="591159179" sldId="281"/>
            <ac:spMk id="24579" creationId="{00000000-0000-0000-0000-000000000000}"/>
          </ac:spMkLst>
        </pc:spChg>
      </pc:sldChg>
      <pc:sldChg chg="modSp mod addAnim delAnim modAnim">
        <pc:chgData name="Hjálmtýr Hafsteinsson - HI" userId="851c0888-5f35-4c19-bf43-6c41ad09c3fa" providerId="ADAL" clId="{9319EFCF-40EF-49DB-8DAD-C490E4E3C9C3}" dt="2026-03-17T14:59:28.462" v="342"/>
        <pc:sldMkLst>
          <pc:docMk/>
          <pc:sldMk cId="2159456673" sldId="282"/>
        </pc:sldMkLst>
        <pc:spChg chg="mod">
          <ac:chgData name="Hjálmtýr Hafsteinsson - HI" userId="851c0888-5f35-4c19-bf43-6c41ad09c3fa" providerId="ADAL" clId="{9319EFCF-40EF-49DB-8DAD-C490E4E3C9C3}" dt="2026-03-17T14:59:16.367" v="340" actId="20577"/>
          <ac:spMkLst>
            <pc:docMk/>
            <pc:sldMk cId="2159456673" sldId="282"/>
            <ac:spMk id="26627" creationId="{00000000-0000-0000-0000-000000000000}"/>
          </ac:spMkLst>
        </pc:spChg>
      </pc:sldChg>
      <pc:sldChg chg="modSp mod">
        <pc:chgData name="Hjálmtýr Hafsteinsson - HI" userId="851c0888-5f35-4c19-bf43-6c41ad09c3fa" providerId="ADAL" clId="{9319EFCF-40EF-49DB-8DAD-C490E4E3C9C3}" dt="2026-03-17T15:00:57.717" v="440" actId="1076"/>
        <pc:sldMkLst>
          <pc:docMk/>
          <pc:sldMk cId="3504275304" sldId="283"/>
        </pc:sldMkLst>
        <pc:spChg chg="mod">
          <ac:chgData name="Hjálmtýr Hafsteinsson - HI" userId="851c0888-5f35-4c19-bf43-6c41ad09c3fa" providerId="ADAL" clId="{9319EFCF-40EF-49DB-8DAD-C490E4E3C9C3}" dt="2026-03-17T15:00:57.717" v="440" actId="1076"/>
          <ac:spMkLst>
            <pc:docMk/>
            <pc:sldMk cId="3504275304" sldId="283"/>
            <ac:spMk id="4" creationId="{C1D5BFF3-0298-CA02-7EBE-7EE5D68BC77B}"/>
          </ac:spMkLst>
        </pc:spChg>
      </pc:sldChg>
      <pc:sldChg chg="addSp modSp mod addAnim delAnim modAnim">
        <pc:chgData name="Hjálmtýr Hafsteinsson - HI" userId="851c0888-5f35-4c19-bf43-6c41ad09c3fa" providerId="ADAL" clId="{9319EFCF-40EF-49DB-8DAD-C490E4E3C9C3}" dt="2026-03-17T15:13:37.813" v="802" actId="20577"/>
        <pc:sldMkLst>
          <pc:docMk/>
          <pc:sldMk cId="2433994352" sldId="284"/>
        </pc:sldMkLst>
        <pc:spChg chg="add mod">
          <ac:chgData name="Hjálmtýr Hafsteinsson - HI" userId="851c0888-5f35-4c19-bf43-6c41ad09c3fa" providerId="ADAL" clId="{9319EFCF-40EF-49DB-8DAD-C490E4E3C9C3}" dt="2026-03-17T15:12:50.863" v="787" actId="692"/>
          <ac:spMkLst>
            <pc:docMk/>
            <pc:sldMk cId="2433994352" sldId="284"/>
            <ac:spMk id="4" creationId="{AC6B8779-66CF-468F-1E5C-4F01A065DD36}"/>
          </ac:spMkLst>
        </pc:spChg>
        <pc:spChg chg="mod">
          <ac:chgData name="Hjálmtýr Hafsteinsson - HI" userId="851c0888-5f35-4c19-bf43-6c41ad09c3fa" providerId="ADAL" clId="{9319EFCF-40EF-49DB-8DAD-C490E4E3C9C3}" dt="2026-03-17T15:13:37.813" v="802" actId="20577"/>
          <ac:spMkLst>
            <pc:docMk/>
            <pc:sldMk cId="2433994352" sldId="284"/>
            <ac:spMk id="30723" creationId="{00000000-0000-0000-0000-000000000000}"/>
          </ac:spMkLst>
        </pc:spChg>
      </pc:sldChg>
      <pc:sldChg chg="addSp delSp modSp mod addAnim delAnim modAnim">
        <pc:chgData name="Hjálmtýr Hafsteinsson - HI" userId="851c0888-5f35-4c19-bf43-6c41ad09c3fa" providerId="ADAL" clId="{9319EFCF-40EF-49DB-8DAD-C490E4E3C9C3}" dt="2026-03-17T15:05:45.031" v="559"/>
        <pc:sldMkLst>
          <pc:docMk/>
          <pc:sldMk cId="3747480919" sldId="285"/>
        </pc:sldMkLst>
        <pc:spChg chg="add mod">
          <ac:chgData name="Hjálmtýr Hafsteinsson - HI" userId="851c0888-5f35-4c19-bf43-6c41ad09c3fa" providerId="ADAL" clId="{9319EFCF-40EF-49DB-8DAD-C490E4E3C9C3}" dt="2026-03-17T15:05:03.526" v="551" actId="1076"/>
          <ac:spMkLst>
            <pc:docMk/>
            <pc:sldMk cId="3747480919" sldId="285"/>
            <ac:spMk id="5" creationId="{8119EFB4-56A3-4FBF-D995-D5282B0F94A1}"/>
          </ac:spMkLst>
        </pc:spChg>
        <pc:spChg chg="mod">
          <ac:chgData name="Hjálmtýr Hafsteinsson - HI" userId="851c0888-5f35-4c19-bf43-6c41ad09c3fa" providerId="ADAL" clId="{9319EFCF-40EF-49DB-8DAD-C490E4E3C9C3}" dt="2026-03-17T15:03:18.067" v="528" actId="1035"/>
          <ac:spMkLst>
            <pc:docMk/>
            <pc:sldMk cId="3747480919" sldId="285"/>
            <ac:spMk id="9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5:03:18.067" v="528" actId="1035"/>
          <ac:spMkLst>
            <pc:docMk/>
            <pc:sldMk cId="3747480919" sldId="285"/>
            <ac:spMk id="32772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5:03:18.067" v="528" actId="1035"/>
          <ac:spMkLst>
            <pc:docMk/>
            <pc:sldMk cId="3747480919" sldId="285"/>
            <ac:spMk id="32773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5:03:18.067" v="528" actId="1035"/>
          <ac:spMkLst>
            <pc:docMk/>
            <pc:sldMk cId="3747480919" sldId="285"/>
            <ac:spMk id="32775" creationId="{00000000-0000-0000-0000-000000000000}"/>
          </ac:spMkLst>
        </pc:spChg>
      </pc:sldChg>
      <pc:sldChg chg="modSp mod modAnim">
        <pc:chgData name="Hjálmtýr Hafsteinsson - HI" userId="851c0888-5f35-4c19-bf43-6c41ad09c3fa" providerId="ADAL" clId="{9319EFCF-40EF-49DB-8DAD-C490E4E3C9C3}" dt="2026-03-17T15:06:46.969" v="607"/>
        <pc:sldMkLst>
          <pc:docMk/>
          <pc:sldMk cId="1613318167" sldId="286"/>
        </pc:sldMkLst>
        <pc:spChg chg="mod">
          <ac:chgData name="Hjálmtýr Hafsteinsson - HI" userId="851c0888-5f35-4c19-bf43-6c41ad09c3fa" providerId="ADAL" clId="{9319EFCF-40EF-49DB-8DAD-C490E4E3C9C3}" dt="2026-03-17T15:06:35.709" v="604" actId="14100"/>
          <ac:spMkLst>
            <pc:docMk/>
            <pc:sldMk cId="1613318167" sldId="286"/>
            <ac:spMk id="6" creationId="{A5AA3D4C-2F43-9445-82EA-37F59CA9BB9F}"/>
          </ac:spMkLst>
        </pc:spChg>
      </pc:sldChg>
      <pc:sldChg chg="addSp modSp addAnim delAnim modAnim">
        <pc:chgData name="Hjálmtýr Hafsteinsson - HI" userId="851c0888-5f35-4c19-bf43-6c41ad09c3fa" providerId="ADAL" clId="{9319EFCF-40EF-49DB-8DAD-C490E4E3C9C3}" dt="2026-03-17T15:14:10.492" v="807"/>
        <pc:sldMkLst>
          <pc:docMk/>
          <pc:sldMk cId="854553082" sldId="287"/>
        </pc:sldMkLst>
        <pc:spChg chg="mod">
          <ac:chgData name="Hjálmtýr Hafsteinsson - HI" userId="851c0888-5f35-4c19-bf43-6c41ad09c3fa" providerId="ADAL" clId="{9319EFCF-40EF-49DB-8DAD-C490E4E3C9C3}" dt="2026-03-17T15:14:07.610" v="806" actId="164"/>
          <ac:spMkLst>
            <pc:docMk/>
            <pc:sldMk cId="854553082" sldId="287"/>
            <ac:spMk id="3" creationId="{CBC3E758-2A85-42B5-A357-162F59C09F7B}"/>
          </ac:spMkLst>
        </pc:spChg>
        <pc:spChg chg="mod">
          <ac:chgData name="Hjálmtýr Hafsteinsson - HI" userId="851c0888-5f35-4c19-bf43-6c41ad09c3fa" providerId="ADAL" clId="{9319EFCF-40EF-49DB-8DAD-C490E4E3C9C3}" dt="2026-03-17T15:14:07.610" v="806" actId="164"/>
          <ac:spMkLst>
            <pc:docMk/>
            <pc:sldMk cId="854553082" sldId="287"/>
            <ac:spMk id="8" creationId="{00000000-0000-0000-0000-000000000000}"/>
          </ac:spMkLst>
        </pc:spChg>
        <pc:grpChg chg="add mod">
          <ac:chgData name="Hjálmtýr Hafsteinsson - HI" userId="851c0888-5f35-4c19-bf43-6c41ad09c3fa" providerId="ADAL" clId="{9319EFCF-40EF-49DB-8DAD-C490E4E3C9C3}" dt="2026-03-17T15:14:07.610" v="806" actId="164"/>
          <ac:grpSpMkLst>
            <pc:docMk/>
            <pc:sldMk cId="854553082" sldId="287"/>
            <ac:grpSpMk id="5" creationId="{D65E84E6-4D5D-99FA-6E1D-647C368A0DC7}"/>
          </ac:grpSpMkLst>
        </pc:grpChg>
      </pc:sldChg>
      <pc:sldChg chg="modSp mod addAnim delAnim modAnim">
        <pc:chgData name="Hjálmtýr Hafsteinsson - HI" userId="851c0888-5f35-4c19-bf43-6c41ad09c3fa" providerId="ADAL" clId="{9319EFCF-40EF-49DB-8DAD-C490E4E3C9C3}" dt="2026-03-17T15:15:27.504" v="834"/>
        <pc:sldMkLst>
          <pc:docMk/>
          <pc:sldMk cId="160760457" sldId="288"/>
        </pc:sldMkLst>
        <pc:spChg chg="mod">
          <ac:chgData name="Hjálmtýr Hafsteinsson - HI" userId="851c0888-5f35-4c19-bf43-6c41ad09c3fa" providerId="ADAL" clId="{9319EFCF-40EF-49DB-8DAD-C490E4E3C9C3}" dt="2026-03-17T15:15:03.066" v="828" actId="20577"/>
          <ac:spMkLst>
            <pc:docMk/>
            <pc:sldMk cId="160760457" sldId="288"/>
            <ac:spMk id="38915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7T15:14:32.635" v="809" actId="404"/>
          <ac:spMkLst>
            <pc:docMk/>
            <pc:sldMk cId="160760457" sldId="288"/>
            <ac:spMk id="38919" creationId="{00000000-0000-0000-0000-000000000000}"/>
          </ac:spMkLst>
        </pc:spChg>
      </pc:sldChg>
      <pc:sldChg chg="modAnim">
        <pc:chgData name="Hjálmtýr Hafsteinsson - HI" userId="851c0888-5f35-4c19-bf43-6c41ad09c3fa" providerId="ADAL" clId="{9319EFCF-40EF-49DB-8DAD-C490E4E3C9C3}" dt="2026-03-17T15:15:42.848" v="837"/>
        <pc:sldMkLst>
          <pc:docMk/>
          <pc:sldMk cId="2413136071" sldId="289"/>
        </pc:sldMkLst>
      </pc:sldChg>
      <pc:sldChg chg="modAnim">
        <pc:chgData name="Hjálmtýr Hafsteinsson - HI" userId="851c0888-5f35-4c19-bf43-6c41ad09c3fa" providerId="ADAL" clId="{9319EFCF-40EF-49DB-8DAD-C490E4E3C9C3}" dt="2026-03-17T15:16:05.583" v="839"/>
        <pc:sldMkLst>
          <pc:docMk/>
          <pc:sldMk cId="3677853755" sldId="290"/>
        </pc:sldMkLst>
      </pc:sldChg>
      <pc:sldChg chg="modSp mod modAnim">
        <pc:chgData name="Hjálmtýr Hafsteinsson - HI" userId="851c0888-5f35-4c19-bf43-6c41ad09c3fa" providerId="ADAL" clId="{9319EFCF-40EF-49DB-8DAD-C490E4E3C9C3}" dt="2026-03-17T15:19:02.018" v="911"/>
        <pc:sldMkLst>
          <pc:docMk/>
          <pc:sldMk cId="1987821811" sldId="292"/>
        </pc:sldMkLst>
        <pc:spChg chg="mod">
          <ac:chgData name="Hjálmtýr Hafsteinsson - HI" userId="851c0888-5f35-4c19-bf43-6c41ad09c3fa" providerId="ADAL" clId="{9319EFCF-40EF-49DB-8DAD-C490E4E3C9C3}" dt="2026-03-17T15:18:53.049" v="910" actId="114"/>
          <ac:spMkLst>
            <pc:docMk/>
            <pc:sldMk cId="1987821811" sldId="292"/>
            <ac:spMk id="47110" creationId="{00000000-0000-0000-0000-000000000000}"/>
          </ac:spMkLst>
        </pc:spChg>
      </pc:sldChg>
      <pc:sldChg chg="modAnim">
        <pc:chgData name="Hjálmtýr Hafsteinsson - HI" userId="851c0888-5f35-4c19-bf43-6c41ad09c3fa" providerId="ADAL" clId="{9319EFCF-40EF-49DB-8DAD-C490E4E3C9C3}" dt="2026-03-17T15:19:13.351" v="914"/>
        <pc:sldMkLst>
          <pc:docMk/>
          <pc:sldMk cId="4251978023" sldId="293"/>
        </pc:sldMkLst>
      </pc:sldChg>
      <pc:sldChg chg="modSp mod modAnim">
        <pc:chgData name="Hjálmtýr Hafsteinsson - HI" userId="851c0888-5f35-4c19-bf43-6c41ad09c3fa" providerId="ADAL" clId="{9319EFCF-40EF-49DB-8DAD-C490E4E3C9C3}" dt="2026-03-17T15:20:01.760" v="923"/>
        <pc:sldMkLst>
          <pc:docMk/>
          <pc:sldMk cId="1167364886" sldId="294"/>
        </pc:sldMkLst>
        <pc:spChg chg="mod">
          <ac:chgData name="Hjálmtýr Hafsteinsson - HI" userId="851c0888-5f35-4c19-bf43-6c41ad09c3fa" providerId="ADAL" clId="{9319EFCF-40EF-49DB-8DAD-C490E4E3C9C3}" dt="2026-03-17T15:19:56.001" v="922" actId="115"/>
          <ac:spMkLst>
            <pc:docMk/>
            <pc:sldMk cId="1167364886" sldId="294"/>
            <ac:spMk id="4" creationId="{95C2CCB4-F779-D23E-781D-824F59DD27DB}"/>
          </ac:spMkLst>
        </pc:spChg>
        <pc:spChg chg="mod">
          <ac:chgData name="Hjálmtýr Hafsteinsson - HI" userId="851c0888-5f35-4c19-bf43-6c41ad09c3fa" providerId="ADAL" clId="{9319EFCF-40EF-49DB-8DAD-C490E4E3C9C3}" dt="2026-03-17T15:19:52.629" v="921" actId="115"/>
          <ac:spMkLst>
            <pc:docMk/>
            <pc:sldMk cId="1167364886" sldId="294"/>
            <ac:spMk id="10" creationId="{00000000-0000-0000-0000-000000000000}"/>
          </ac:spMkLst>
        </pc:spChg>
      </pc:sldChg>
      <pc:sldChg chg="modAnim">
        <pc:chgData name="Hjálmtýr Hafsteinsson - HI" userId="851c0888-5f35-4c19-bf43-6c41ad09c3fa" providerId="ADAL" clId="{9319EFCF-40EF-49DB-8DAD-C490E4E3C9C3}" dt="2026-03-17T15:20:21.788" v="927"/>
        <pc:sldMkLst>
          <pc:docMk/>
          <pc:sldMk cId="3836276947" sldId="295"/>
        </pc:sldMkLst>
      </pc:sldChg>
      <pc:sldChg chg="modAnim">
        <pc:chgData name="Hjálmtýr Hafsteinsson - HI" userId="851c0888-5f35-4c19-bf43-6c41ad09c3fa" providerId="ADAL" clId="{9319EFCF-40EF-49DB-8DAD-C490E4E3C9C3}" dt="2026-03-18T13:02:37.252" v="932"/>
        <pc:sldMkLst>
          <pc:docMk/>
          <pc:sldMk cId="1197065797" sldId="297"/>
        </pc:sldMkLst>
      </pc:sldChg>
      <pc:sldChg chg="modSp modAnim">
        <pc:chgData name="Hjálmtýr Hafsteinsson - HI" userId="851c0888-5f35-4c19-bf43-6c41ad09c3fa" providerId="ADAL" clId="{9319EFCF-40EF-49DB-8DAD-C490E4E3C9C3}" dt="2026-03-18T18:07:02.738" v="1963" actId="20577"/>
        <pc:sldMkLst>
          <pc:docMk/>
          <pc:sldMk cId="2995092706" sldId="298"/>
        </pc:sldMkLst>
        <pc:spChg chg="mod">
          <ac:chgData name="Hjálmtýr Hafsteinsson - HI" userId="851c0888-5f35-4c19-bf43-6c41ad09c3fa" providerId="ADAL" clId="{9319EFCF-40EF-49DB-8DAD-C490E4E3C9C3}" dt="2026-03-18T18:06:52.583" v="1962" actId="20577"/>
          <ac:spMkLst>
            <pc:docMk/>
            <pc:sldMk cId="2995092706" sldId="298"/>
            <ac:spMk id="10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8T18:07:02.738" v="1963" actId="20577"/>
          <ac:spMkLst>
            <pc:docMk/>
            <pc:sldMk cId="2995092706" sldId="298"/>
            <ac:spMk id="59397" creationId="{00000000-0000-0000-0000-000000000000}"/>
          </ac:spMkLst>
        </pc:spChg>
      </pc:sldChg>
      <pc:sldChg chg="modAnim">
        <pc:chgData name="Hjálmtýr Hafsteinsson - HI" userId="851c0888-5f35-4c19-bf43-6c41ad09c3fa" providerId="ADAL" clId="{9319EFCF-40EF-49DB-8DAD-C490E4E3C9C3}" dt="2026-03-18T13:03:27.733" v="941"/>
        <pc:sldMkLst>
          <pc:docMk/>
          <pc:sldMk cId="2894820410" sldId="299"/>
        </pc:sldMkLst>
      </pc:sldChg>
      <pc:sldChg chg="modSp mod modAnim">
        <pc:chgData name="Hjálmtýr Hafsteinsson - HI" userId="851c0888-5f35-4c19-bf43-6c41ad09c3fa" providerId="ADAL" clId="{9319EFCF-40EF-49DB-8DAD-C490E4E3C9C3}" dt="2026-03-18T13:04:11.374" v="948"/>
        <pc:sldMkLst>
          <pc:docMk/>
          <pc:sldMk cId="3319659160" sldId="300"/>
        </pc:sldMkLst>
        <pc:spChg chg="mod">
          <ac:chgData name="Hjálmtýr Hafsteinsson - HI" userId="851c0888-5f35-4c19-bf43-6c41ad09c3fa" providerId="ADAL" clId="{9319EFCF-40EF-49DB-8DAD-C490E4E3C9C3}" dt="2026-03-18T13:03:42.458" v="942" actId="404"/>
          <ac:spMkLst>
            <pc:docMk/>
            <pc:sldMk cId="3319659160" sldId="300"/>
            <ac:spMk id="63491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8T13:04:00.687" v="947" actId="20577"/>
          <ac:spMkLst>
            <pc:docMk/>
            <pc:sldMk cId="3319659160" sldId="300"/>
            <ac:spMk id="63492" creationId="{00000000-0000-0000-0000-000000000000}"/>
          </ac:spMkLst>
        </pc:spChg>
      </pc:sldChg>
      <pc:sldChg chg="addSp modSp modAnim">
        <pc:chgData name="Hjálmtýr Hafsteinsson - HI" userId="851c0888-5f35-4c19-bf43-6c41ad09c3fa" providerId="ADAL" clId="{9319EFCF-40EF-49DB-8DAD-C490E4E3C9C3}" dt="2026-03-18T14:27:08.855" v="953"/>
        <pc:sldMkLst>
          <pc:docMk/>
          <pc:sldMk cId="527295065" sldId="301"/>
        </pc:sldMkLst>
        <pc:spChg chg="mod">
          <ac:chgData name="Hjálmtýr Hafsteinsson - HI" userId="851c0888-5f35-4c19-bf43-6c41ad09c3fa" providerId="ADAL" clId="{9319EFCF-40EF-49DB-8DAD-C490E4E3C9C3}" dt="2026-03-18T14:27:04.682" v="951" actId="164"/>
          <ac:spMkLst>
            <pc:docMk/>
            <pc:sldMk cId="527295065" sldId="301"/>
            <ac:spMk id="5" creationId="{BE8B2AFF-1758-2417-B62B-9A375C862A8E}"/>
          </ac:spMkLst>
        </pc:spChg>
        <pc:spChg chg="mod">
          <ac:chgData name="Hjálmtýr Hafsteinsson - HI" userId="851c0888-5f35-4c19-bf43-6c41ad09c3fa" providerId="ADAL" clId="{9319EFCF-40EF-49DB-8DAD-C490E4E3C9C3}" dt="2026-03-18T14:27:04.682" v="951" actId="164"/>
          <ac:spMkLst>
            <pc:docMk/>
            <pc:sldMk cId="527295065" sldId="301"/>
            <ac:spMk id="65541" creationId="{00000000-0000-0000-0000-000000000000}"/>
          </ac:spMkLst>
        </pc:spChg>
        <pc:grpChg chg="add mod">
          <ac:chgData name="Hjálmtýr Hafsteinsson - HI" userId="851c0888-5f35-4c19-bf43-6c41ad09c3fa" providerId="ADAL" clId="{9319EFCF-40EF-49DB-8DAD-C490E4E3C9C3}" dt="2026-03-18T14:27:04.682" v="951" actId="164"/>
          <ac:grpSpMkLst>
            <pc:docMk/>
            <pc:sldMk cId="527295065" sldId="301"/>
            <ac:grpSpMk id="6" creationId="{8F62F4E1-4747-7D91-4F22-FDAA4B6ED26A}"/>
          </ac:grpSpMkLst>
        </pc:grpChg>
      </pc:sldChg>
      <pc:sldChg chg="addAnim delAnim modAnim">
        <pc:chgData name="Hjálmtýr Hafsteinsson - HI" userId="851c0888-5f35-4c19-bf43-6c41ad09c3fa" providerId="ADAL" clId="{9319EFCF-40EF-49DB-8DAD-C490E4E3C9C3}" dt="2026-03-18T14:27:25.758" v="957"/>
        <pc:sldMkLst>
          <pc:docMk/>
          <pc:sldMk cId="2821369955" sldId="302"/>
        </pc:sldMkLst>
      </pc:sldChg>
      <pc:sldChg chg="modSp mod">
        <pc:chgData name="Hjálmtýr Hafsteinsson - HI" userId="851c0888-5f35-4c19-bf43-6c41ad09c3fa" providerId="ADAL" clId="{9319EFCF-40EF-49DB-8DAD-C490E4E3C9C3}" dt="2026-03-19T15:29:29.745" v="2142" actId="20577"/>
        <pc:sldMkLst>
          <pc:docMk/>
          <pc:sldMk cId="4005647221" sldId="303"/>
        </pc:sldMkLst>
        <pc:spChg chg="mod">
          <ac:chgData name="Hjálmtýr Hafsteinsson - HI" userId="851c0888-5f35-4c19-bf43-6c41ad09c3fa" providerId="ADAL" clId="{9319EFCF-40EF-49DB-8DAD-C490E4E3C9C3}" dt="2026-03-19T15:29:29.745" v="2142" actId="20577"/>
          <ac:spMkLst>
            <pc:docMk/>
            <pc:sldMk cId="4005647221" sldId="303"/>
            <ac:spMk id="69635" creationId="{00000000-0000-0000-0000-000000000000}"/>
          </ac:spMkLst>
        </pc:spChg>
      </pc:sldChg>
      <pc:sldChg chg="addAnim delAnim modAnim">
        <pc:chgData name="Hjálmtýr Hafsteinsson - HI" userId="851c0888-5f35-4c19-bf43-6c41ad09c3fa" providerId="ADAL" clId="{9319EFCF-40EF-49DB-8DAD-C490E4E3C9C3}" dt="2026-03-18T14:27:45.220" v="962"/>
        <pc:sldMkLst>
          <pc:docMk/>
          <pc:sldMk cId="2828806864" sldId="304"/>
        </pc:sldMkLst>
      </pc:sldChg>
      <pc:sldChg chg="modAnim">
        <pc:chgData name="Hjálmtýr Hafsteinsson - HI" userId="851c0888-5f35-4c19-bf43-6c41ad09c3fa" providerId="ADAL" clId="{9319EFCF-40EF-49DB-8DAD-C490E4E3C9C3}" dt="2026-03-18T14:28:04.840" v="967"/>
        <pc:sldMkLst>
          <pc:docMk/>
          <pc:sldMk cId="3807758056" sldId="305"/>
        </pc:sldMkLst>
      </pc:sldChg>
      <pc:sldChg chg="addAnim delAnim modAnim">
        <pc:chgData name="Hjálmtýr Hafsteinsson - HI" userId="851c0888-5f35-4c19-bf43-6c41ad09c3fa" providerId="ADAL" clId="{9319EFCF-40EF-49DB-8DAD-C490E4E3C9C3}" dt="2026-03-18T14:28:42" v="976"/>
        <pc:sldMkLst>
          <pc:docMk/>
          <pc:sldMk cId="2871690485" sldId="306"/>
        </pc:sldMkLst>
      </pc:sldChg>
      <pc:sldChg chg="addAnim delAnim modAnim">
        <pc:chgData name="Hjálmtýr Hafsteinsson - HI" userId="851c0888-5f35-4c19-bf43-6c41ad09c3fa" providerId="ADAL" clId="{9319EFCF-40EF-49DB-8DAD-C490E4E3C9C3}" dt="2026-03-18T14:29:22.337" v="983"/>
        <pc:sldMkLst>
          <pc:docMk/>
          <pc:sldMk cId="1356418271" sldId="307"/>
        </pc:sldMkLst>
      </pc:sldChg>
      <pc:sldChg chg="addAnim delAnim modAnim">
        <pc:chgData name="Hjálmtýr Hafsteinsson - HI" userId="851c0888-5f35-4c19-bf43-6c41ad09c3fa" providerId="ADAL" clId="{9319EFCF-40EF-49DB-8DAD-C490E4E3C9C3}" dt="2026-03-18T14:30:04.044" v="991"/>
        <pc:sldMkLst>
          <pc:docMk/>
          <pc:sldMk cId="1354563537" sldId="308"/>
        </pc:sldMkLst>
      </pc:sldChg>
      <pc:sldChg chg="modAnim">
        <pc:chgData name="Hjálmtýr Hafsteinsson - HI" userId="851c0888-5f35-4c19-bf43-6c41ad09c3fa" providerId="ADAL" clId="{9319EFCF-40EF-49DB-8DAD-C490E4E3C9C3}" dt="2026-03-18T16:45:02.681" v="998"/>
        <pc:sldMkLst>
          <pc:docMk/>
          <pc:sldMk cId="1379017955" sldId="310"/>
        </pc:sldMkLst>
      </pc:sldChg>
      <pc:sldChg chg="modSp modAnim">
        <pc:chgData name="Hjálmtýr Hafsteinsson - HI" userId="851c0888-5f35-4c19-bf43-6c41ad09c3fa" providerId="ADAL" clId="{9319EFCF-40EF-49DB-8DAD-C490E4E3C9C3}" dt="2026-03-19T15:30:21.339" v="2144" actId="20577"/>
        <pc:sldMkLst>
          <pc:docMk/>
          <pc:sldMk cId="485581953" sldId="311"/>
        </pc:sldMkLst>
        <pc:spChg chg="mod">
          <ac:chgData name="Hjálmtýr Hafsteinsson - HI" userId="851c0888-5f35-4c19-bf43-6c41ad09c3fa" providerId="ADAL" clId="{9319EFCF-40EF-49DB-8DAD-C490E4E3C9C3}" dt="2026-03-19T15:30:21.339" v="2144" actId="20577"/>
          <ac:spMkLst>
            <pc:docMk/>
            <pc:sldMk cId="485581953" sldId="311"/>
            <ac:spMk id="86020" creationId="{00000000-0000-0000-0000-000000000000}"/>
          </ac:spMkLst>
        </pc:spChg>
      </pc:sldChg>
      <pc:sldChg chg="addSp modSp mod addAnim delAnim modAnim">
        <pc:chgData name="Hjálmtýr Hafsteinsson - HI" userId="851c0888-5f35-4c19-bf43-6c41ad09c3fa" providerId="ADAL" clId="{9319EFCF-40EF-49DB-8DAD-C490E4E3C9C3}" dt="2026-03-18T16:47:20.682" v="1017"/>
        <pc:sldMkLst>
          <pc:docMk/>
          <pc:sldMk cId="523330320" sldId="312"/>
        </pc:sldMkLst>
        <pc:spChg chg="add mod">
          <ac:chgData name="Hjálmtýr Hafsteinsson - HI" userId="851c0888-5f35-4c19-bf43-6c41ad09c3fa" providerId="ADAL" clId="{9319EFCF-40EF-49DB-8DAD-C490E4E3C9C3}" dt="2026-03-18T16:47:18.208" v="1016" actId="1076"/>
          <ac:spMkLst>
            <pc:docMk/>
            <pc:sldMk cId="523330320" sldId="312"/>
            <ac:spMk id="4" creationId="{A68A5AEB-0470-D998-B21E-E6CF5348B462}"/>
          </ac:spMkLst>
        </pc:spChg>
        <pc:spChg chg="mod">
          <ac:chgData name="Hjálmtýr Hafsteinsson - HI" userId="851c0888-5f35-4c19-bf43-6c41ad09c3fa" providerId="ADAL" clId="{9319EFCF-40EF-49DB-8DAD-C490E4E3C9C3}" dt="2026-03-18T16:46:48.663" v="1013" actId="20577"/>
          <ac:spMkLst>
            <pc:docMk/>
            <pc:sldMk cId="523330320" sldId="312"/>
            <ac:spMk id="88067" creationId="{00000000-0000-0000-0000-000000000000}"/>
          </ac:spMkLst>
        </pc:spChg>
      </pc:sldChg>
      <pc:sldChg chg="addSp modSp mod modAnim">
        <pc:chgData name="Hjálmtýr Hafsteinsson - HI" userId="851c0888-5f35-4c19-bf43-6c41ad09c3fa" providerId="ADAL" clId="{9319EFCF-40EF-49DB-8DAD-C490E4E3C9C3}" dt="2026-03-18T16:48:41.761" v="1062"/>
        <pc:sldMkLst>
          <pc:docMk/>
          <pc:sldMk cId="891739251" sldId="313"/>
        </pc:sldMkLst>
        <pc:spChg chg="add mod">
          <ac:chgData name="Hjálmtýr Hafsteinsson - HI" userId="851c0888-5f35-4c19-bf43-6c41ad09c3fa" providerId="ADAL" clId="{9319EFCF-40EF-49DB-8DAD-C490E4E3C9C3}" dt="2026-03-18T16:48:33.465" v="1060" actId="20577"/>
          <ac:spMkLst>
            <pc:docMk/>
            <pc:sldMk cId="891739251" sldId="313"/>
            <ac:spMk id="4" creationId="{2D64F2B5-6C29-4444-54E3-76B4F6B02CA1}"/>
          </ac:spMkLst>
        </pc:spChg>
        <pc:spChg chg="mod">
          <ac:chgData name="Hjálmtýr Hafsteinsson - HI" userId="851c0888-5f35-4c19-bf43-6c41ad09c3fa" providerId="ADAL" clId="{9319EFCF-40EF-49DB-8DAD-C490E4E3C9C3}" dt="2026-03-18T16:48:05.228" v="1029" actId="1035"/>
          <ac:spMkLst>
            <pc:docMk/>
            <pc:sldMk cId="891739251" sldId="313"/>
            <ac:spMk id="90118" creationId="{00000000-0000-0000-0000-000000000000}"/>
          </ac:spMkLst>
        </pc:spChg>
      </pc:sldChg>
      <pc:sldChg chg="modSp addAnim delAnim modAnim">
        <pc:chgData name="Hjálmtýr Hafsteinsson - HI" userId="851c0888-5f35-4c19-bf43-6c41ad09c3fa" providerId="ADAL" clId="{9319EFCF-40EF-49DB-8DAD-C490E4E3C9C3}" dt="2026-03-18T16:51:23.877" v="1075" actId="20577"/>
        <pc:sldMkLst>
          <pc:docMk/>
          <pc:sldMk cId="830727878" sldId="315"/>
        </pc:sldMkLst>
        <pc:spChg chg="mod">
          <ac:chgData name="Hjálmtýr Hafsteinsson - HI" userId="851c0888-5f35-4c19-bf43-6c41ad09c3fa" providerId="ADAL" clId="{9319EFCF-40EF-49DB-8DAD-C490E4E3C9C3}" dt="2026-03-18T16:51:23.877" v="1075" actId="20577"/>
          <ac:spMkLst>
            <pc:docMk/>
            <pc:sldMk cId="830727878" sldId="315"/>
            <ac:spMk id="94211" creationId="{00000000-0000-0000-0000-000000000000}"/>
          </ac:spMkLst>
        </pc:spChg>
      </pc:sldChg>
      <pc:sldChg chg="modSp mod addAnim delAnim modAnim">
        <pc:chgData name="Hjálmtýr Hafsteinsson - HI" userId="851c0888-5f35-4c19-bf43-6c41ad09c3fa" providerId="ADAL" clId="{9319EFCF-40EF-49DB-8DAD-C490E4E3C9C3}" dt="2026-03-18T16:54:03.025" v="1096"/>
        <pc:sldMkLst>
          <pc:docMk/>
          <pc:sldMk cId="801083977" sldId="316"/>
        </pc:sldMkLst>
        <pc:spChg chg="mod">
          <ac:chgData name="Hjálmtýr Hafsteinsson - HI" userId="851c0888-5f35-4c19-bf43-6c41ad09c3fa" providerId="ADAL" clId="{9319EFCF-40EF-49DB-8DAD-C490E4E3C9C3}" dt="2026-03-18T16:51:47.083" v="1087" actId="20577"/>
          <ac:spMkLst>
            <pc:docMk/>
            <pc:sldMk cId="801083977" sldId="316"/>
            <ac:spMk id="96258" creationId="{00000000-0000-0000-0000-000000000000}"/>
          </ac:spMkLst>
        </pc:spChg>
      </pc:sldChg>
      <pc:sldChg chg="modAnim">
        <pc:chgData name="Hjálmtýr Hafsteinsson - HI" userId="851c0888-5f35-4c19-bf43-6c41ad09c3fa" providerId="ADAL" clId="{9319EFCF-40EF-49DB-8DAD-C490E4E3C9C3}" dt="2026-03-18T16:54:57.813" v="1102"/>
        <pc:sldMkLst>
          <pc:docMk/>
          <pc:sldMk cId="2523685522" sldId="317"/>
        </pc:sldMkLst>
      </pc:sldChg>
      <pc:sldChg chg="modSp addAnim delAnim modAnim">
        <pc:chgData name="Hjálmtýr Hafsteinsson - HI" userId="851c0888-5f35-4c19-bf43-6c41ad09c3fa" providerId="ADAL" clId="{9319EFCF-40EF-49DB-8DAD-C490E4E3C9C3}" dt="2026-03-18T17:31:07.083" v="1697"/>
        <pc:sldMkLst>
          <pc:docMk/>
          <pc:sldMk cId="2327988363" sldId="318"/>
        </pc:sldMkLst>
        <pc:picChg chg="mod">
          <ac:chgData name="Hjálmtýr Hafsteinsson - HI" userId="851c0888-5f35-4c19-bf43-6c41ad09c3fa" providerId="ADAL" clId="{9319EFCF-40EF-49DB-8DAD-C490E4E3C9C3}" dt="2026-03-18T17:30:30.805" v="1692" actId="14100"/>
          <ac:picMkLst>
            <pc:docMk/>
            <pc:sldMk cId="2327988363" sldId="318"/>
            <ac:picMk id="100356" creationId="{00000000-0000-0000-0000-000000000000}"/>
          </ac:picMkLst>
        </pc:picChg>
      </pc:sldChg>
      <pc:sldChg chg="addSp modSp mod modAnim">
        <pc:chgData name="Hjálmtýr Hafsteinsson - HI" userId="851c0888-5f35-4c19-bf43-6c41ad09c3fa" providerId="ADAL" clId="{9319EFCF-40EF-49DB-8DAD-C490E4E3C9C3}" dt="2026-03-18T17:45:47.804" v="1782" actId="1076"/>
        <pc:sldMkLst>
          <pc:docMk/>
          <pc:sldMk cId="3190238143" sldId="319"/>
        </pc:sldMkLst>
        <pc:spChg chg="mod">
          <ac:chgData name="Hjálmtýr Hafsteinsson - HI" userId="851c0888-5f35-4c19-bf43-6c41ad09c3fa" providerId="ADAL" clId="{9319EFCF-40EF-49DB-8DAD-C490E4E3C9C3}" dt="2026-03-18T17:31:34.862" v="1700" actId="1076"/>
          <ac:spMkLst>
            <pc:docMk/>
            <pc:sldMk cId="3190238143" sldId="319"/>
            <ac:spMk id="4" creationId="{700F055A-66F4-8223-DE58-7189A7945475}"/>
          </ac:spMkLst>
        </pc:spChg>
        <pc:spChg chg="add mod">
          <ac:chgData name="Hjálmtýr Hafsteinsson - HI" userId="851c0888-5f35-4c19-bf43-6c41ad09c3fa" providerId="ADAL" clId="{9319EFCF-40EF-49DB-8DAD-C490E4E3C9C3}" dt="2026-03-18T17:45:47.804" v="1782" actId="1076"/>
          <ac:spMkLst>
            <pc:docMk/>
            <pc:sldMk cId="3190238143" sldId="319"/>
            <ac:spMk id="5" creationId="{75A00CB2-9E80-D17C-6371-355DF7FFA608}"/>
          </ac:spMkLst>
        </pc:spChg>
        <pc:spChg chg="mod">
          <ac:chgData name="Hjálmtýr Hafsteinsson - HI" userId="851c0888-5f35-4c19-bf43-6c41ad09c3fa" providerId="ADAL" clId="{9319EFCF-40EF-49DB-8DAD-C490E4E3C9C3}" dt="2026-03-18T17:31:29.692" v="1699" actId="1076"/>
          <ac:spMkLst>
            <pc:docMk/>
            <pc:sldMk cId="3190238143" sldId="319"/>
            <ac:spMk id="102404" creationId="{00000000-0000-0000-0000-000000000000}"/>
          </ac:spMkLst>
        </pc:spChg>
      </pc:sldChg>
      <pc:sldChg chg="addSp modSp mod addAnim delAnim modAnim">
        <pc:chgData name="Hjálmtýr Hafsteinsson - HI" userId="851c0888-5f35-4c19-bf43-6c41ad09c3fa" providerId="ADAL" clId="{9319EFCF-40EF-49DB-8DAD-C490E4E3C9C3}" dt="2026-03-18T17:48:50.769" v="1828"/>
        <pc:sldMkLst>
          <pc:docMk/>
          <pc:sldMk cId="2008692362" sldId="320"/>
        </pc:sldMkLst>
        <pc:spChg chg="add mod">
          <ac:chgData name="Hjálmtýr Hafsteinsson - HI" userId="851c0888-5f35-4c19-bf43-6c41ad09c3fa" providerId="ADAL" clId="{9319EFCF-40EF-49DB-8DAD-C490E4E3C9C3}" dt="2026-03-18T17:47:18.156" v="1822" actId="1076"/>
          <ac:spMkLst>
            <pc:docMk/>
            <pc:sldMk cId="2008692362" sldId="320"/>
            <ac:spMk id="4" creationId="{CFD826F4-C2BF-34A7-DFD4-DBB103430062}"/>
          </ac:spMkLst>
        </pc:spChg>
      </pc:sldChg>
      <pc:sldChg chg="addSp modSp mod modAnim">
        <pc:chgData name="Hjálmtýr Hafsteinsson - HI" userId="851c0888-5f35-4c19-bf43-6c41ad09c3fa" providerId="ADAL" clId="{9319EFCF-40EF-49DB-8DAD-C490E4E3C9C3}" dt="2026-03-18T17:51:03.086" v="1889"/>
        <pc:sldMkLst>
          <pc:docMk/>
          <pc:sldMk cId="3473698031" sldId="321"/>
        </pc:sldMkLst>
        <pc:spChg chg="add mod">
          <ac:chgData name="Hjálmtýr Hafsteinsson - HI" userId="851c0888-5f35-4c19-bf43-6c41ad09c3fa" providerId="ADAL" clId="{9319EFCF-40EF-49DB-8DAD-C490E4E3C9C3}" dt="2026-03-18T17:50:47.312" v="1888" actId="1076"/>
          <ac:spMkLst>
            <pc:docMk/>
            <pc:sldMk cId="3473698031" sldId="321"/>
            <ac:spMk id="4" creationId="{FEFD99A2-1BDD-7CFA-B00D-617CEB461E5C}"/>
          </ac:spMkLst>
        </pc:spChg>
      </pc:sldChg>
      <pc:sldChg chg="modAnim">
        <pc:chgData name="Hjálmtýr Hafsteinsson - HI" userId="851c0888-5f35-4c19-bf43-6c41ad09c3fa" providerId="ADAL" clId="{9319EFCF-40EF-49DB-8DAD-C490E4E3C9C3}" dt="2026-03-18T17:54:37.871" v="1893"/>
        <pc:sldMkLst>
          <pc:docMk/>
          <pc:sldMk cId="2852019844" sldId="322"/>
        </pc:sldMkLst>
      </pc:sldChg>
      <pc:sldChg chg="modAnim">
        <pc:chgData name="Hjálmtýr Hafsteinsson - HI" userId="851c0888-5f35-4c19-bf43-6c41ad09c3fa" providerId="ADAL" clId="{9319EFCF-40EF-49DB-8DAD-C490E4E3C9C3}" dt="2026-03-18T17:54:57.352" v="1898"/>
        <pc:sldMkLst>
          <pc:docMk/>
          <pc:sldMk cId="1677610560" sldId="323"/>
        </pc:sldMkLst>
      </pc:sldChg>
      <pc:sldChg chg="modAnim">
        <pc:chgData name="Hjálmtýr Hafsteinsson - HI" userId="851c0888-5f35-4c19-bf43-6c41ad09c3fa" providerId="ADAL" clId="{9319EFCF-40EF-49DB-8DAD-C490E4E3C9C3}" dt="2026-03-18T17:55:18.254" v="1904"/>
        <pc:sldMkLst>
          <pc:docMk/>
          <pc:sldMk cId="1076172549" sldId="324"/>
        </pc:sldMkLst>
      </pc:sldChg>
      <pc:sldChg chg="addAnim delAnim modAnim">
        <pc:chgData name="Hjálmtýr Hafsteinsson - HI" userId="851c0888-5f35-4c19-bf43-6c41ad09c3fa" providerId="ADAL" clId="{9319EFCF-40EF-49DB-8DAD-C490E4E3C9C3}" dt="2026-03-18T17:56:38.829" v="1909"/>
        <pc:sldMkLst>
          <pc:docMk/>
          <pc:sldMk cId="1065140455" sldId="325"/>
        </pc:sldMkLst>
      </pc:sldChg>
      <pc:sldChg chg="modSp modAnim">
        <pc:chgData name="Hjálmtýr Hafsteinsson - HI" userId="851c0888-5f35-4c19-bf43-6c41ad09c3fa" providerId="ADAL" clId="{9319EFCF-40EF-49DB-8DAD-C490E4E3C9C3}" dt="2026-03-18T17:59:48.878" v="1916"/>
        <pc:sldMkLst>
          <pc:docMk/>
          <pc:sldMk cId="1505025271" sldId="326"/>
        </pc:sldMkLst>
        <pc:spChg chg="mod">
          <ac:chgData name="Hjálmtýr Hafsteinsson - HI" userId="851c0888-5f35-4c19-bf43-6c41ad09c3fa" providerId="ADAL" clId="{9319EFCF-40EF-49DB-8DAD-C490E4E3C9C3}" dt="2026-03-18T17:57:21.312" v="1911" actId="1076"/>
          <ac:spMkLst>
            <pc:docMk/>
            <pc:sldMk cId="1505025271" sldId="326"/>
            <ac:spMk id="116740" creationId="{00000000-0000-0000-0000-000000000000}"/>
          </ac:spMkLst>
        </pc:spChg>
      </pc:sldChg>
      <pc:sldChg chg="modSp modAnim">
        <pc:chgData name="Hjálmtýr Hafsteinsson - HI" userId="851c0888-5f35-4c19-bf43-6c41ad09c3fa" providerId="ADAL" clId="{9319EFCF-40EF-49DB-8DAD-C490E4E3C9C3}" dt="2026-03-18T18:01:17.038" v="1920" actId="20577"/>
        <pc:sldMkLst>
          <pc:docMk/>
          <pc:sldMk cId="321431800" sldId="327"/>
        </pc:sldMkLst>
        <pc:spChg chg="mod">
          <ac:chgData name="Hjálmtýr Hafsteinsson - HI" userId="851c0888-5f35-4c19-bf43-6c41ad09c3fa" providerId="ADAL" clId="{9319EFCF-40EF-49DB-8DAD-C490E4E3C9C3}" dt="2026-03-18T18:01:17.038" v="1920" actId="20577"/>
          <ac:spMkLst>
            <pc:docMk/>
            <pc:sldMk cId="321431800" sldId="327"/>
            <ac:spMk id="8" creationId="{00000000-0000-0000-0000-000000000000}"/>
          </ac:spMkLst>
        </pc:spChg>
      </pc:sldChg>
      <pc:sldChg chg="modSp modAnim">
        <pc:chgData name="Hjálmtýr Hafsteinsson - HI" userId="851c0888-5f35-4c19-bf43-6c41ad09c3fa" providerId="ADAL" clId="{9319EFCF-40EF-49DB-8DAD-C490E4E3C9C3}" dt="2026-03-18T18:02:42.446" v="1934"/>
        <pc:sldMkLst>
          <pc:docMk/>
          <pc:sldMk cId="4178104824" sldId="328"/>
        </pc:sldMkLst>
        <pc:spChg chg="mod">
          <ac:chgData name="Hjálmtýr Hafsteinsson - HI" userId="851c0888-5f35-4c19-bf43-6c41ad09c3fa" providerId="ADAL" clId="{9319EFCF-40EF-49DB-8DAD-C490E4E3C9C3}" dt="2026-03-18T18:02:30.344" v="1933" actId="20577"/>
          <ac:spMkLst>
            <pc:docMk/>
            <pc:sldMk cId="4178104824" sldId="328"/>
            <ac:spMk id="120835" creationId="{00000000-0000-0000-0000-000000000000}"/>
          </ac:spMkLst>
        </pc:spChg>
      </pc:sldChg>
      <pc:sldChg chg="modSp addAnim delAnim modAnim">
        <pc:chgData name="Hjálmtýr Hafsteinsson - HI" userId="851c0888-5f35-4c19-bf43-6c41ad09c3fa" providerId="ADAL" clId="{9319EFCF-40EF-49DB-8DAD-C490E4E3C9C3}" dt="2026-03-18T18:10:49.939" v="2081"/>
        <pc:sldMkLst>
          <pc:docMk/>
          <pc:sldMk cId="673335935" sldId="329"/>
        </pc:sldMkLst>
        <pc:spChg chg="mod">
          <ac:chgData name="Hjálmtýr Hafsteinsson - HI" userId="851c0888-5f35-4c19-bf43-6c41ad09c3fa" providerId="ADAL" clId="{9319EFCF-40EF-49DB-8DAD-C490E4E3C9C3}" dt="2026-03-18T18:04:56.791" v="1943" actId="20577"/>
          <ac:spMkLst>
            <pc:docMk/>
            <pc:sldMk cId="673335935" sldId="329"/>
            <ac:spMk id="122883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8T18:10:18.229" v="2068" actId="20577"/>
          <ac:spMkLst>
            <pc:docMk/>
            <pc:sldMk cId="673335935" sldId="329"/>
            <ac:spMk id="122884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8T18:10:35.457" v="2080" actId="115"/>
          <ac:spMkLst>
            <pc:docMk/>
            <pc:sldMk cId="673335935" sldId="329"/>
            <ac:spMk id="122885" creationId="{00000000-0000-0000-0000-000000000000}"/>
          </ac:spMkLst>
        </pc:spChg>
      </pc:sldChg>
      <pc:sldChg chg="modSp modAnim">
        <pc:chgData name="Hjálmtýr Hafsteinsson - HI" userId="851c0888-5f35-4c19-bf43-6c41ad09c3fa" providerId="ADAL" clId="{9319EFCF-40EF-49DB-8DAD-C490E4E3C9C3}" dt="2026-03-18T18:12:33.859" v="2139"/>
        <pc:sldMkLst>
          <pc:docMk/>
          <pc:sldMk cId="1523346425" sldId="330"/>
        </pc:sldMkLst>
        <pc:spChg chg="mod">
          <ac:chgData name="Hjálmtýr Hafsteinsson - HI" userId="851c0888-5f35-4c19-bf43-6c41ad09c3fa" providerId="ADAL" clId="{9319EFCF-40EF-49DB-8DAD-C490E4E3C9C3}" dt="2026-03-18T18:12:11.204" v="2106" actId="20577"/>
          <ac:spMkLst>
            <pc:docMk/>
            <pc:sldMk cId="1523346425" sldId="330"/>
            <ac:spMk id="124931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8T18:12:22.319" v="2136" actId="20577"/>
          <ac:spMkLst>
            <pc:docMk/>
            <pc:sldMk cId="1523346425" sldId="330"/>
            <ac:spMk id="124932" creationId="{00000000-0000-0000-0000-000000000000}"/>
          </ac:spMkLst>
        </pc:spChg>
      </pc:sldChg>
      <pc:sldChg chg="modSp mod modAnim">
        <pc:chgData name="Hjálmtýr Hafsteinsson - HI" userId="851c0888-5f35-4c19-bf43-6c41ad09c3fa" providerId="ADAL" clId="{9319EFCF-40EF-49DB-8DAD-C490E4E3C9C3}" dt="2026-03-19T15:34:06.053" v="2175" actId="20577"/>
        <pc:sldMkLst>
          <pc:docMk/>
          <pc:sldMk cId="3361401720" sldId="332"/>
        </pc:sldMkLst>
        <pc:spChg chg="mod">
          <ac:chgData name="Hjálmtýr Hafsteinsson - HI" userId="851c0888-5f35-4c19-bf43-6c41ad09c3fa" providerId="ADAL" clId="{9319EFCF-40EF-49DB-8DAD-C490E4E3C9C3}" dt="2026-03-19T15:34:06.053" v="2175" actId="20577"/>
          <ac:spMkLst>
            <pc:docMk/>
            <pc:sldMk cId="3361401720" sldId="332"/>
            <ac:spMk id="129026" creationId="{00000000-0000-0000-0000-000000000000}"/>
          </ac:spMkLst>
        </pc:spChg>
      </pc:sldChg>
      <pc:sldChg chg="modAnim">
        <pc:chgData name="Hjálmtýr Hafsteinsson - HI" userId="851c0888-5f35-4c19-bf43-6c41ad09c3fa" providerId="ADAL" clId="{9319EFCF-40EF-49DB-8DAD-C490E4E3C9C3}" dt="2026-03-19T15:33:53.056" v="2164"/>
        <pc:sldMkLst>
          <pc:docMk/>
          <pc:sldMk cId="4023827098" sldId="333"/>
        </pc:sldMkLst>
      </pc:sldChg>
      <pc:sldChg chg="modSp">
        <pc:chgData name="Hjálmtýr Hafsteinsson - HI" userId="851c0888-5f35-4c19-bf43-6c41ad09c3fa" providerId="ADAL" clId="{9319EFCF-40EF-49DB-8DAD-C490E4E3C9C3}" dt="2026-03-19T15:34:46.157" v="2199" actId="1037"/>
        <pc:sldMkLst>
          <pc:docMk/>
          <pc:sldMk cId="2385523700" sldId="345"/>
        </pc:sldMkLst>
        <pc:spChg chg="mod">
          <ac:chgData name="Hjálmtýr Hafsteinsson - HI" userId="851c0888-5f35-4c19-bf43-6c41ad09c3fa" providerId="ADAL" clId="{9319EFCF-40EF-49DB-8DAD-C490E4E3C9C3}" dt="2026-03-19T15:34:46.157" v="2199" actId="1037"/>
          <ac:spMkLst>
            <pc:docMk/>
            <pc:sldMk cId="2385523700" sldId="345"/>
            <ac:spMk id="4" creationId="{01717B24-15D3-805E-ACC4-9CC5E55C1D10}"/>
          </ac:spMkLst>
        </pc:spChg>
        <pc:spChg chg="mod">
          <ac:chgData name="Hjálmtýr Hafsteinsson - HI" userId="851c0888-5f35-4c19-bf43-6c41ad09c3fa" providerId="ADAL" clId="{9319EFCF-40EF-49DB-8DAD-C490E4E3C9C3}" dt="2026-03-19T15:34:46.157" v="2199" actId="1037"/>
          <ac:spMkLst>
            <pc:docMk/>
            <pc:sldMk cId="2385523700" sldId="345"/>
            <ac:spMk id="5" creationId="{5AA0B5F4-6B60-A7E2-14B9-2FE1B967E556}"/>
          </ac:spMkLst>
        </pc:spChg>
        <pc:spChg chg="mod">
          <ac:chgData name="Hjálmtýr Hafsteinsson - HI" userId="851c0888-5f35-4c19-bf43-6c41ad09c3fa" providerId="ADAL" clId="{9319EFCF-40EF-49DB-8DAD-C490E4E3C9C3}" dt="2026-03-19T15:34:46.157" v="2199" actId="1037"/>
          <ac:spMkLst>
            <pc:docMk/>
            <pc:sldMk cId="2385523700" sldId="345"/>
            <ac:spMk id="9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9T15:34:46.157" v="2199" actId="1037"/>
          <ac:spMkLst>
            <pc:docMk/>
            <pc:sldMk cId="2385523700" sldId="345"/>
            <ac:spMk id="155652" creationId="{00000000-0000-0000-0000-000000000000}"/>
          </ac:spMkLst>
        </pc:spChg>
        <pc:spChg chg="mod">
          <ac:chgData name="Hjálmtýr Hafsteinsson - HI" userId="851c0888-5f35-4c19-bf43-6c41ad09c3fa" providerId="ADAL" clId="{9319EFCF-40EF-49DB-8DAD-C490E4E3C9C3}" dt="2026-03-19T15:34:46.157" v="2199" actId="1037"/>
          <ac:spMkLst>
            <pc:docMk/>
            <pc:sldMk cId="2385523700" sldId="345"/>
            <ac:spMk id="155654" creationId="{00000000-0000-0000-0000-000000000000}"/>
          </ac:spMkLst>
        </pc:spChg>
      </pc:sldChg>
      <pc:sldChg chg="addSp modSp new mod modAnim">
        <pc:chgData name="Hjálmtýr Hafsteinsson - HI" userId="851c0888-5f35-4c19-bf43-6c41ad09c3fa" providerId="ADAL" clId="{9319EFCF-40EF-49DB-8DAD-C490E4E3C9C3}" dt="2026-03-17T15:17:58.704" v="900"/>
        <pc:sldMkLst>
          <pc:docMk/>
          <pc:sldMk cId="1753014780" sldId="356"/>
        </pc:sldMkLst>
        <pc:spChg chg="mod">
          <ac:chgData name="Hjálmtýr Hafsteinsson - HI" userId="851c0888-5f35-4c19-bf43-6c41ad09c3fa" providerId="ADAL" clId="{9319EFCF-40EF-49DB-8DAD-C490E4E3C9C3}" dt="2026-03-17T15:17:17.440" v="863" actId="403"/>
          <ac:spMkLst>
            <pc:docMk/>
            <pc:sldMk cId="1753014780" sldId="356"/>
            <ac:spMk id="2" creationId="{A06E64EB-BB5E-6DA9-83C5-9517D12F0B61}"/>
          </ac:spMkLst>
        </pc:spChg>
        <pc:spChg chg="mod">
          <ac:chgData name="Hjálmtýr Hafsteinsson - HI" userId="851c0888-5f35-4c19-bf43-6c41ad09c3fa" providerId="ADAL" clId="{9319EFCF-40EF-49DB-8DAD-C490E4E3C9C3}" dt="2026-03-17T15:17:34.329" v="896" actId="20577"/>
          <ac:spMkLst>
            <pc:docMk/>
            <pc:sldMk cId="1753014780" sldId="356"/>
            <ac:spMk id="3" creationId="{178E2FA6-6215-5451-1669-2FC3753CC72B}"/>
          </ac:spMkLst>
        </pc:spChg>
        <pc:spChg chg="add mod">
          <ac:chgData name="Hjálmtýr Hafsteinsson - HI" userId="851c0888-5f35-4c19-bf43-6c41ad09c3fa" providerId="ADAL" clId="{9319EFCF-40EF-49DB-8DAD-C490E4E3C9C3}" dt="2026-03-17T15:17:48.026" v="897"/>
          <ac:spMkLst>
            <pc:docMk/>
            <pc:sldMk cId="1753014780" sldId="356"/>
            <ac:spMk id="6" creationId="{0D3A20E8-268B-EE58-277E-6847EA2A0921}"/>
          </ac:spMkLst>
        </pc:spChg>
        <pc:spChg chg="add mod">
          <ac:chgData name="Hjálmtýr Hafsteinsson - HI" userId="851c0888-5f35-4c19-bf43-6c41ad09c3fa" providerId="ADAL" clId="{9319EFCF-40EF-49DB-8DAD-C490E4E3C9C3}" dt="2026-03-17T15:17:48.026" v="897"/>
          <ac:spMkLst>
            <pc:docMk/>
            <pc:sldMk cId="1753014780" sldId="356"/>
            <ac:spMk id="7" creationId="{A01B9798-3CEF-0E01-9FBB-2840778293A0}"/>
          </ac:spMkLst>
        </pc:spChg>
      </pc:sldChg>
      <pc:sldChg chg="addSp delSp modSp new mod addAnim delAnim modAnim">
        <pc:chgData name="Hjálmtýr Hafsteinsson - HI" userId="851c0888-5f35-4c19-bf43-6c41ad09c3fa" providerId="ADAL" clId="{9319EFCF-40EF-49DB-8DAD-C490E4E3C9C3}" dt="2026-03-19T15:31:43.780" v="2157" actId="1037"/>
        <pc:sldMkLst>
          <pc:docMk/>
          <pc:sldMk cId="1950776872" sldId="357"/>
        </pc:sldMkLst>
        <pc:spChg chg="mod">
          <ac:chgData name="Hjálmtýr Hafsteinsson - HI" userId="851c0888-5f35-4c19-bf43-6c41ad09c3fa" providerId="ADAL" clId="{9319EFCF-40EF-49DB-8DAD-C490E4E3C9C3}" dt="2026-03-18T16:58:18.001" v="1153" actId="20577"/>
          <ac:spMkLst>
            <pc:docMk/>
            <pc:sldMk cId="1950776872" sldId="357"/>
            <ac:spMk id="2" creationId="{AE1D938D-BBB2-21E0-C103-5471C2A80E4F}"/>
          </ac:spMkLst>
        </pc:spChg>
        <pc:spChg chg="mod">
          <ac:chgData name="Hjálmtýr Hafsteinsson - HI" userId="851c0888-5f35-4c19-bf43-6c41ad09c3fa" providerId="ADAL" clId="{9319EFCF-40EF-49DB-8DAD-C490E4E3C9C3}" dt="2026-03-19T15:31:37.379" v="2150" actId="20577"/>
          <ac:spMkLst>
            <pc:docMk/>
            <pc:sldMk cId="1950776872" sldId="357"/>
            <ac:spMk id="3" creationId="{23408E78-99D8-FDAB-C3F0-59066697EEA3}"/>
          </ac:spMkLst>
        </pc:spChg>
        <pc:spChg chg="add mod">
          <ac:chgData name="Hjálmtýr Hafsteinsson - HI" userId="851c0888-5f35-4c19-bf43-6c41ad09c3fa" providerId="ADAL" clId="{9319EFCF-40EF-49DB-8DAD-C490E4E3C9C3}" dt="2026-03-18T17:21:38.432" v="1416" actId="14100"/>
          <ac:spMkLst>
            <pc:docMk/>
            <pc:sldMk cId="1950776872" sldId="357"/>
            <ac:spMk id="12" creationId="{94C6899C-D114-81FE-92AA-F1BD53F10E2B}"/>
          </ac:spMkLst>
        </pc:spChg>
        <pc:picChg chg="add mod">
          <ac:chgData name="Hjálmtýr Hafsteinsson - HI" userId="851c0888-5f35-4c19-bf43-6c41ad09c3fa" providerId="ADAL" clId="{9319EFCF-40EF-49DB-8DAD-C490E4E3C9C3}" dt="2026-03-19T15:31:43.780" v="2157" actId="1037"/>
          <ac:picMkLst>
            <pc:docMk/>
            <pc:sldMk cId="1950776872" sldId="357"/>
            <ac:picMk id="9" creationId="{70BEB377-8E2C-42A3-4A24-DB6601D19CBC}"/>
          </ac:picMkLst>
        </pc:picChg>
        <pc:picChg chg="add mod">
          <ac:chgData name="Hjálmtýr Hafsteinsson - HI" userId="851c0888-5f35-4c19-bf43-6c41ad09c3fa" providerId="ADAL" clId="{9319EFCF-40EF-49DB-8DAD-C490E4E3C9C3}" dt="2026-03-18T17:20:33.758" v="1365" actId="1076"/>
          <ac:picMkLst>
            <pc:docMk/>
            <pc:sldMk cId="1950776872" sldId="357"/>
            <ac:picMk id="11" creationId="{BD4D08F6-24BC-3856-5A6F-4BEBACC434BD}"/>
          </ac:picMkLst>
        </pc:picChg>
      </pc:sldChg>
      <pc:sldChg chg="addSp modSp new mod addAnim delAnim modAnim">
        <pc:chgData name="Hjálmtýr Hafsteinsson - HI" userId="851c0888-5f35-4c19-bf43-6c41ad09c3fa" providerId="ADAL" clId="{9319EFCF-40EF-49DB-8DAD-C490E4E3C9C3}" dt="2026-03-19T15:32:59.350" v="2163" actId="20577"/>
        <pc:sldMkLst>
          <pc:docMk/>
          <pc:sldMk cId="503159331" sldId="358"/>
        </pc:sldMkLst>
        <pc:spChg chg="mod">
          <ac:chgData name="Hjálmtýr Hafsteinsson - HI" userId="851c0888-5f35-4c19-bf43-6c41ad09c3fa" providerId="ADAL" clId="{9319EFCF-40EF-49DB-8DAD-C490E4E3C9C3}" dt="2026-03-19T15:32:59.350" v="2163" actId="20577"/>
          <ac:spMkLst>
            <pc:docMk/>
            <pc:sldMk cId="503159331" sldId="358"/>
            <ac:spMk id="2" creationId="{0F55796C-B6CF-5A29-0EDD-8D9236748B8D}"/>
          </ac:spMkLst>
        </pc:spChg>
        <pc:spChg chg="mod">
          <ac:chgData name="Hjálmtýr Hafsteinsson - HI" userId="851c0888-5f35-4c19-bf43-6c41ad09c3fa" providerId="ADAL" clId="{9319EFCF-40EF-49DB-8DAD-C490E4E3C9C3}" dt="2026-03-18T17:27:30.740" v="1606" actId="114"/>
          <ac:spMkLst>
            <pc:docMk/>
            <pc:sldMk cId="503159331" sldId="358"/>
            <ac:spMk id="3" creationId="{631E7DD7-4217-EDF0-D966-A7D18784FBEB}"/>
          </ac:spMkLst>
        </pc:spChg>
        <pc:spChg chg="add mod">
          <ac:chgData name="Hjálmtýr Hafsteinsson - HI" userId="851c0888-5f35-4c19-bf43-6c41ad09c3fa" providerId="ADAL" clId="{9319EFCF-40EF-49DB-8DAD-C490E4E3C9C3}" dt="2026-03-18T17:28:52.605" v="1680" actId="14100"/>
          <ac:spMkLst>
            <pc:docMk/>
            <pc:sldMk cId="503159331" sldId="358"/>
            <ac:spMk id="10" creationId="{C591FD26-4EF3-3154-0C40-0BB22A216E51}"/>
          </ac:spMkLst>
        </pc:spChg>
        <pc:picChg chg="add mod">
          <ac:chgData name="Hjálmtýr Hafsteinsson - HI" userId="851c0888-5f35-4c19-bf43-6c41ad09c3fa" providerId="ADAL" clId="{9319EFCF-40EF-49DB-8DAD-C490E4E3C9C3}" dt="2026-03-19T15:32:19.136" v="2159" actId="692"/>
          <ac:picMkLst>
            <pc:docMk/>
            <pc:sldMk cId="503159331" sldId="358"/>
            <ac:picMk id="7" creationId="{74288173-C5F4-0B94-E29C-34CC51A34CB1}"/>
          </ac:picMkLst>
        </pc:picChg>
        <pc:picChg chg="add mod">
          <ac:chgData name="Hjálmtýr Hafsteinsson - HI" userId="851c0888-5f35-4c19-bf43-6c41ad09c3fa" providerId="ADAL" clId="{9319EFCF-40EF-49DB-8DAD-C490E4E3C9C3}" dt="2026-03-18T17:27:50.559" v="1611" actId="1076"/>
          <ac:picMkLst>
            <pc:docMk/>
            <pc:sldMk cId="503159331" sldId="358"/>
            <ac:picMk id="9" creationId="{B1E1AD5E-DD04-74F5-4BB6-14E7D83A7B20}"/>
          </ac:picMkLst>
        </pc:picChg>
      </pc:sldChg>
    </pc:docChg>
  </pc:docChgLst>
  <pc:docChgLst>
    <pc:chgData name="Hjálmtýr Hafsteinsson - HI" userId="851c0888-5f35-4c19-bf43-6c41ad09c3fa" providerId="ADAL" clId="{09B93530-3D17-40FF-AD1B-2793471F1C0C}"/>
    <pc:docChg chg="custSel modSld modHandout">
      <pc:chgData name="Hjálmtýr Hafsteinsson - HI" userId="851c0888-5f35-4c19-bf43-6c41ad09c3fa" providerId="ADAL" clId="{09B93530-3D17-40FF-AD1B-2793471F1C0C}" dt="2026-03-22T12:31:57.865" v="222" actId="20577"/>
      <pc:docMkLst>
        <pc:docMk/>
      </pc:docMkLst>
      <pc:sldChg chg="modSp mod addAnim delAnim modAnim">
        <pc:chgData name="Hjálmtýr Hafsteinsson - HI" userId="851c0888-5f35-4c19-bf43-6c41ad09c3fa" providerId="ADAL" clId="{09B93530-3D17-40FF-AD1B-2793471F1C0C}" dt="2026-03-18T19:57:56.933" v="23"/>
        <pc:sldMkLst>
          <pc:docMk/>
          <pc:sldMk cId="75870313" sldId="334"/>
        </pc:sldMkLst>
        <pc:spChg chg="mod">
          <ac:chgData name="Hjálmtýr Hafsteinsson - HI" userId="851c0888-5f35-4c19-bf43-6c41ad09c3fa" providerId="ADAL" clId="{09B93530-3D17-40FF-AD1B-2793471F1C0C}" dt="2026-03-18T19:54:53.254" v="16" actId="20577"/>
          <ac:spMkLst>
            <pc:docMk/>
            <pc:sldMk cId="75870313" sldId="334"/>
            <ac:spMk id="133123" creationId="{00000000-0000-0000-0000-000000000000}"/>
          </ac:spMkLst>
        </pc:spChg>
        <pc:picChg chg="mod">
          <ac:chgData name="Hjálmtýr Hafsteinsson - HI" userId="851c0888-5f35-4c19-bf43-6c41ad09c3fa" providerId="ADAL" clId="{09B93530-3D17-40FF-AD1B-2793471F1C0C}" dt="2026-03-18T19:55:02.552" v="17" actId="1076"/>
          <ac:picMkLst>
            <pc:docMk/>
            <pc:sldMk cId="75870313" sldId="334"/>
            <ac:picMk id="133124" creationId="{00000000-0000-0000-0000-000000000000}"/>
          </ac:picMkLst>
        </pc:picChg>
        <pc:picChg chg="mod">
          <ac:chgData name="Hjálmtýr Hafsteinsson - HI" userId="851c0888-5f35-4c19-bf43-6c41ad09c3fa" providerId="ADAL" clId="{09B93530-3D17-40FF-AD1B-2793471F1C0C}" dt="2026-03-18T19:54:47.170" v="9" actId="1076"/>
          <ac:picMkLst>
            <pc:docMk/>
            <pc:sldMk cId="75870313" sldId="334"/>
            <ac:picMk id="133125" creationId="{00000000-0000-0000-0000-000000000000}"/>
          </ac:picMkLst>
        </pc:picChg>
      </pc:sldChg>
      <pc:sldChg chg="modSp modAnim">
        <pc:chgData name="Hjálmtýr Hafsteinsson - HI" userId="851c0888-5f35-4c19-bf43-6c41ad09c3fa" providerId="ADAL" clId="{09B93530-3D17-40FF-AD1B-2793471F1C0C}" dt="2026-03-18T19:58:31.493" v="35" actId="114"/>
        <pc:sldMkLst>
          <pc:docMk/>
          <pc:sldMk cId="3826253958" sldId="335"/>
        </pc:sldMkLst>
        <pc:spChg chg="mod">
          <ac:chgData name="Hjálmtýr Hafsteinsson - HI" userId="851c0888-5f35-4c19-bf43-6c41ad09c3fa" providerId="ADAL" clId="{09B93530-3D17-40FF-AD1B-2793471F1C0C}" dt="2026-03-18T19:58:31.493" v="35" actId="114"/>
          <ac:spMkLst>
            <pc:docMk/>
            <pc:sldMk cId="3826253958" sldId="335"/>
            <ac:spMk id="135171" creationId="{00000000-0000-0000-0000-000000000000}"/>
          </ac:spMkLst>
        </pc:spChg>
      </pc:sldChg>
      <pc:sldChg chg="modAnim">
        <pc:chgData name="Hjálmtýr Hafsteinsson - HI" userId="851c0888-5f35-4c19-bf43-6c41ad09c3fa" providerId="ADAL" clId="{09B93530-3D17-40FF-AD1B-2793471F1C0C}" dt="2026-03-18T19:59:25.330" v="37"/>
        <pc:sldMkLst>
          <pc:docMk/>
          <pc:sldMk cId="798193095" sldId="337"/>
        </pc:sldMkLst>
      </pc:sldChg>
      <pc:sldChg chg="modSp mod addAnim delAnim modAnim">
        <pc:chgData name="Hjálmtýr Hafsteinsson - HI" userId="851c0888-5f35-4c19-bf43-6c41ad09c3fa" providerId="ADAL" clId="{09B93530-3D17-40FF-AD1B-2793471F1C0C}" dt="2026-03-18T20:00:09.291" v="42"/>
        <pc:sldMkLst>
          <pc:docMk/>
          <pc:sldMk cId="3423905558" sldId="339"/>
        </pc:sldMkLst>
        <pc:spChg chg="mod">
          <ac:chgData name="Hjálmtýr Hafsteinsson - HI" userId="851c0888-5f35-4c19-bf43-6c41ad09c3fa" providerId="ADAL" clId="{09B93530-3D17-40FF-AD1B-2793471F1C0C}" dt="2026-03-18T19:59:54.637" v="41" actId="20577"/>
          <ac:spMkLst>
            <pc:docMk/>
            <pc:sldMk cId="3423905558" sldId="339"/>
            <ac:spMk id="143363" creationId="{00000000-0000-0000-0000-000000000000}"/>
          </ac:spMkLst>
        </pc:spChg>
        <pc:spChg chg="mod">
          <ac:chgData name="Hjálmtýr Hafsteinsson - HI" userId="851c0888-5f35-4c19-bf43-6c41ad09c3fa" providerId="ADAL" clId="{09B93530-3D17-40FF-AD1B-2793471F1C0C}" dt="2026-03-18T19:53:37.609" v="1" actId="20577"/>
          <ac:spMkLst>
            <pc:docMk/>
            <pc:sldMk cId="3423905558" sldId="339"/>
            <ac:spMk id="143364" creationId="{00000000-0000-0000-0000-000000000000}"/>
          </ac:spMkLst>
        </pc:spChg>
      </pc:sldChg>
      <pc:sldChg chg="addSp modSp mod addAnim delAnim modAnim">
        <pc:chgData name="Hjálmtýr Hafsteinsson - HI" userId="851c0888-5f35-4c19-bf43-6c41ad09c3fa" providerId="ADAL" clId="{09B93530-3D17-40FF-AD1B-2793471F1C0C}" dt="2026-03-18T20:05:15.599" v="96"/>
        <pc:sldMkLst>
          <pc:docMk/>
          <pc:sldMk cId="487979201" sldId="340"/>
        </pc:sldMkLst>
        <pc:spChg chg="add mod">
          <ac:chgData name="Hjálmtýr Hafsteinsson - HI" userId="851c0888-5f35-4c19-bf43-6c41ad09c3fa" providerId="ADAL" clId="{09B93530-3D17-40FF-AD1B-2793471F1C0C}" dt="2026-03-18T20:04:42.394" v="93" actId="207"/>
          <ac:spMkLst>
            <pc:docMk/>
            <pc:sldMk cId="487979201" sldId="340"/>
            <ac:spMk id="6" creationId="{38C2B319-BC7C-B539-51E7-D587C0C4A33B}"/>
          </ac:spMkLst>
        </pc:spChg>
        <pc:spChg chg="mod">
          <ac:chgData name="Hjálmtýr Hafsteinsson - HI" userId="851c0888-5f35-4c19-bf43-6c41ad09c3fa" providerId="ADAL" clId="{09B93530-3D17-40FF-AD1B-2793471F1C0C}" dt="2026-03-18T20:00:20.944" v="45" actId="20577"/>
          <ac:spMkLst>
            <pc:docMk/>
            <pc:sldMk cId="487979201" sldId="340"/>
            <ac:spMk id="145412" creationId="{00000000-0000-0000-0000-000000000000}"/>
          </ac:spMkLst>
        </pc:spChg>
        <pc:picChg chg="add mod">
          <ac:chgData name="Hjálmtýr Hafsteinsson - HI" userId="851c0888-5f35-4c19-bf43-6c41ad09c3fa" providerId="ADAL" clId="{09B93530-3D17-40FF-AD1B-2793471F1C0C}" dt="2026-03-18T20:05:09.268" v="94" actId="1076"/>
          <ac:picMkLst>
            <pc:docMk/>
            <pc:sldMk cId="487979201" sldId="340"/>
            <ac:picMk id="8" creationId="{57EF1A62-FEA9-EC12-AFF2-FBDB0D802EEB}"/>
          </ac:picMkLst>
        </pc:picChg>
      </pc:sldChg>
      <pc:sldChg chg="modSp addAnim delAnim modAnim">
        <pc:chgData name="Hjálmtýr Hafsteinsson - HI" userId="851c0888-5f35-4c19-bf43-6c41ad09c3fa" providerId="ADAL" clId="{09B93530-3D17-40FF-AD1B-2793471F1C0C}" dt="2026-03-18T20:05:45.515" v="99" actId="115"/>
        <pc:sldMkLst>
          <pc:docMk/>
          <pc:sldMk cId="3626203016" sldId="341"/>
        </pc:sldMkLst>
        <pc:spChg chg="mod">
          <ac:chgData name="Hjálmtýr Hafsteinsson - HI" userId="851c0888-5f35-4c19-bf43-6c41ad09c3fa" providerId="ADAL" clId="{09B93530-3D17-40FF-AD1B-2793471F1C0C}" dt="2026-03-18T20:05:45.515" v="99" actId="115"/>
          <ac:spMkLst>
            <pc:docMk/>
            <pc:sldMk cId="3626203016" sldId="341"/>
            <ac:spMk id="147459" creationId="{00000000-0000-0000-0000-000000000000}"/>
          </ac:spMkLst>
        </pc:spChg>
      </pc:sldChg>
      <pc:sldChg chg="addAnim delAnim modAnim">
        <pc:chgData name="Hjálmtýr Hafsteinsson - HI" userId="851c0888-5f35-4c19-bf43-6c41ad09c3fa" providerId="ADAL" clId="{09B93530-3D17-40FF-AD1B-2793471F1C0C}" dt="2026-03-18T20:06:12.427" v="101"/>
        <pc:sldMkLst>
          <pc:docMk/>
          <pc:sldMk cId="3830452591" sldId="342"/>
        </pc:sldMkLst>
      </pc:sldChg>
      <pc:sldChg chg="addAnim delAnim modAnim">
        <pc:chgData name="Hjálmtýr Hafsteinsson - HI" userId="851c0888-5f35-4c19-bf43-6c41ad09c3fa" providerId="ADAL" clId="{09B93530-3D17-40FF-AD1B-2793471F1C0C}" dt="2026-03-18T20:06:38.813" v="105"/>
        <pc:sldMkLst>
          <pc:docMk/>
          <pc:sldMk cId="276814332" sldId="343"/>
        </pc:sldMkLst>
      </pc:sldChg>
      <pc:sldChg chg="modAnim">
        <pc:chgData name="Hjálmtýr Hafsteinsson - HI" userId="851c0888-5f35-4c19-bf43-6c41ad09c3fa" providerId="ADAL" clId="{09B93530-3D17-40FF-AD1B-2793471F1C0C}" dt="2026-03-18T20:06:58.590" v="109"/>
        <pc:sldMkLst>
          <pc:docMk/>
          <pc:sldMk cId="3217606902" sldId="344"/>
        </pc:sldMkLst>
      </pc:sldChg>
      <pc:sldChg chg="modAnim">
        <pc:chgData name="Hjálmtýr Hafsteinsson - HI" userId="851c0888-5f35-4c19-bf43-6c41ad09c3fa" providerId="ADAL" clId="{09B93530-3D17-40FF-AD1B-2793471F1C0C}" dt="2026-03-18T20:07:23.423" v="115"/>
        <pc:sldMkLst>
          <pc:docMk/>
          <pc:sldMk cId="2385523700" sldId="345"/>
        </pc:sldMkLst>
      </pc:sldChg>
      <pc:sldChg chg="addAnim delAnim modAnim">
        <pc:chgData name="Hjálmtýr Hafsteinsson - HI" userId="851c0888-5f35-4c19-bf43-6c41ad09c3fa" providerId="ADAL" clId="{09B93530-3D17-40FF-AD1B-2793471F1C0C}" dt="2026-03-18T20:07:48.597" v="120"/>
        <pc:sldMkLst>
          <pc:docMk/>
          <pc:sldMk cId="2449204963" sldId="346"/>
        </pc:sldMkLst>
      </pc:sldChg>
      <pc:sldChg chg="addSp modSp mod addAnim delAnim modAnim">
        <pc:chgData name="Hjálmtýr Hafsteinsson - HI" userId="851c0888-5f35-4c19-bf43-6c41ad09c3fa" providerId="ADAL" clId="{09B93530-3D17-40FF-AD1B-2793471F1C0C}" dt="2026-03-18T20:17:22.519" v="195"/>
        <pc:sldMkLst>
          <pc:docMk/>
          <pc:sldMk cId="2778786076" sldId="348"/>
        </pc:sldMkLst>
        <pc:spChg chg="add mod">
          <ac:chgData name="Hjálmtýr Hafsteinsson - HI" userId="851c0888-5f35-4c19-bf43-6c41ad09c3fa" providerId="ADAL" clId="{09B93530-3D17-40FF-AD1B-2793471F1C0C}" dt="2026-03-18T20:17:10.765" v="194" actId="14100"/>
          <ac:spMkLst>
            <pc:docMk/>
            <pc:sldMk cId="2778786076" sldId="348"/>
            <ac:spMk id="4" creationId="{89AE8E7D-BD44-2CCD-5BB2-D7F0F6B3CD00}"/>
          </ac:spMkLst>
        </pc:spChg>
      </pc:sldChg>
      <pc:sldChg chg="modSp addAnim delAnim modAnim">
        <pc:chgData name="Hjálmtýr Hafsteinsson - HI" userId="851c0888-5f35-4c19-bf43-6c41ad09c3fa" providerId="ADAL" clId="{09B93530-3D17-40FF-AD1B-2793471F1C0C}" dt="2026-03-18T20:09:10.562" v="130"/>
        <pc:sldMkLst>
          <pc:docMk/>
          <pc:sldMk cId="3796945673" sldId="349"/>
        </pc:sldMkLst>
        <pc:spChg chg="mod">
          <ac:chgData name="Hjálmtýr Hafsteinsson - HI" userId="851c0888-5f35-4c19-bf43-6c41ad09c3fa" providerId="ADAL" clId="{09B93530-3D17-40FF-AD1B-2793471F1C0C}" dt="2026-03-18T20:08:54.352" v="129" actId="179"/>
          <ac:spMkLst>
            <pc:docMk/>
            <pc:sldMk cId="3796945673" sldId="349"/>
            <ac:spMk id="163843" creationId="{00000000-0000-0000-0000-000000000000}"/>
          </ac:spMkLst>
        </pc:spChg>
      </pc:sldChg>
      <pc:sldChg chg="addAnim delAnim modAnim">
        <pc:chgData name="Hjálmtýr Hafsteinsson - HI" userId="851c0888-5f35-4c19-bf43-6c41ad09c3fa" providerId="ADAL" clId="{09B93530-3D17-40FF-AD1B-2793471F1C0C}" dt="2026-03-18T20:17:46.916" v="198"/>
        <pc:sldMkLst>
          <pc:docMk/>
          <pc:sldMk cId="2290403155" sldId="350"/>
        </pc:sldMkLst>
      </pc:sldChg>
      <pc:sldChg chg="modAnim">
        <pc:chgData name="Hjálmtýr Hafsteinsson - HI" userId="851c0888-5f35-4c19-bf43-6c41ad09c3fa" providerId="ADAL" clId="{09B93530-3D17-40FF-AD1B-2793471F1C0C}" dt="2026-03-18T20:18:17.255" v="202"/>
        <pc:sldMkLst>
          <pc:docMk/>
          <pc:sldMk cId="2843736594" sldId="351"/>
        </pc:sldMkLst>
      </pc:sldChg>
      <pc:sldChg chg="modSp addAnim delAnim modAnim">
        <pc:chgData name="Hjálmtýr Hafsteinsson - HI" userId="851c0888-5f35-4c19-bf43-6c41ad09c3fa" providerId="ADAL" clId="{09B93530-3D17-40FF-AD1B-2793471F1C0C}" dt="2026-03-18T20:19:13.795" v="207"/>
        <pc:sldMkLst>
          <pc:docMk/>
          <pc:sldMk cId="1514390300" sldId="352"/>
        </pc:sldMkLst>
        <pc:spChg chg="mod">
          <ac:chgData name="Hjálmtýr Hafsteinsson - HI" userId="851c0888-5f35-4c19-bf43-6c41ad09c3fa" providerId="ADAL" clId="{09B93530-3D17-40FF-AD1B-2793471F1C0C}" dt="2026-03-18T20:19:13.795" v="207"/>
          <ac:spMkLst>
            <pc:docMk/>
            <pc:sldMk cId="1514390300" sldId="352"/>
            <ac:spMk id="169987" creationId="{00000000-0000-0000-0000-000000000000}"/>
          </ac:spMkLst>
        </pc:spChg>
      </pc:sldChg>
      <pc:sldChg chg="modAnim">
        <pc:chgData name="Hjálmtýr Hafsteinsson - HI" userId="851c0888-5f35-4c19-bf43-6c41ad09c3fa" providerId="ADAL" clId="{09B93530-3D17-40FF-AD1B-2793471F1C0C}" dt="2026-03-18T20:19:44.072" v="211"/>
        <pc:sldMkLst>
          <pc:docMk/>
          <pc:sldMk cId="2350581899" sldId="353"/>
        </pc:sldMkLst>
      </pc:sldChg>
      <pc:sldChg chg="addAnim delAnim modAnim">
        <pc:chgData name="Hjálmtýr Hafsteinsson - HI" userId="851c0888-5f35-4c19-bf43-6c41ad09c3fa" providerId="ADAL" clId="{09B93530-3D17-40FF-AD1B-2793471F1C0C}" dt="2026-03-18T20:22:15.021" v="215"/>
        <pc:sldMkLst>
          <pc:docMk/>
          <pc:sldMk cId="2289711474" sldId="3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s-IS"/>
              <a:t>Gagnasöfn og SQL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is-IS"/>
              <a:t>25.3.2026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s-I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EAA9F-F43A-4771-94DD-6B4A6DFCE020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18486611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s-I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is-IS"/>
              <a:t>20.2.2019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s-I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s-I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9B29B-BEFA-4251-9DA8-C676619F49E9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01331807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717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717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412252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s-IS"/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922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141132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126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126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133149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331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54478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536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536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275533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741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741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47233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946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946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433489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2150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2150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985725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2355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2355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883371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2560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163029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2765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2765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068166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2970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671761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3174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3174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182736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3379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3379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834919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3584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112126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3789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3789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451645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3994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3994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335830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4198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4198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607544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4403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4403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532755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4813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4813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7694591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5018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5018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536875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5222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5222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5296946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5427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5427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4225703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5632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5632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144280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5837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5837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165384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6042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6042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5065147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6246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6246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234794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6451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6451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689672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6656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6656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2845431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6861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6861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6678836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7066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7066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1102485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7270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7270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502054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7475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7475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5321304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7680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7680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4924248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7885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7885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548380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8090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8090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186608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8294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8294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7304705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8499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8499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0653616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8704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066909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8909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8909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0461596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9114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9114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8165723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9318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9318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0898208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9523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9523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7743853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9728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9728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7972169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9933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9933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9056892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0138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0138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2572609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0342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0342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1078523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0547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0547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3076930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0752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0752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403950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0957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0957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7129817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1162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1162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486849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1366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1366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1811695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1571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1571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2422741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1776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1776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0926649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1981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1981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72877014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2186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2186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6256022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2390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2390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78880820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2595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2595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6155875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2800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2800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6108482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3005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3005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8743887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3210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3210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39300165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3414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3414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585319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3619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3619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05273244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3824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3824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50214885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4029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4029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57829198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4234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4234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781970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4438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4438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8523466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4643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4643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5083095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4848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4848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15173432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5053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5053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91866826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5258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5258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84722122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5462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5462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4106507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5667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5667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02491284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5872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5872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50878891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6077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6077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07561741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6282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6282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46820869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6486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64869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64291567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6691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66917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15769954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6896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68965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190652523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7101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71013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96082797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7306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  <p:sp>
        <p:nvSpPr>
          <p:cNvPr id="173061" name="Header Placeholder 6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</p:spTree>
    <p:extLst>
      <p:ext uri="{BB962C8B-B14F-4D97-AF65-F5344CB8AC3E}">
        <p14:creationId xmlns:p14="http://schemas.microsoft.com/office/powerpoint/2010/main" val="259882849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s-IS"/>
          </a:p>
        </p:txBody>
      </p:sp>
      <p:sp>
        <p:nvSpPr>
          <p:cNvPr id="175108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Gagnasöfn og SQL</a:t>
            </a:r>
          </a:p>
        </p:txBody>
      </p:sp>
      <p:sp>
        <p:nvSpPr>
          <p:cNvPr id="175109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s-IS" altLang="is-IS" sz="1200">
                <a:latin typeface="Helvetica" panose="020B0604020202020204" pitchFamily="34" charset="0"/>
              </a:rPr>
              <a:t>20.2.2019</a:t>
            </a:r>
          </a:p>
        </p:txBody>
      </p:sp>
    </p:spTree>
    <p:extLst>
      <p:ext uri="{BB962C8B-B14F-4D97-AF65-F5344CB8AC3E}">
        <p14:creationId xmlns:p14="http://schemas.microsoft.com/office/powerpoint/2010/main" val="3639754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hafsglæ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E34AD-09B4-7109-5672-7F1B583D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A71B-C2E6-94E3-DC5D-621C2BF7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CEB86-9925-6280-5887-2EB5557C8F65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0F5F1-0751-F126-5892-0A23C4D0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19A41D-769E-BEA5-8E2A-2F345FE66728}"/>
              </a:ext>
            </a:extLst>
          </p:cNvPr>
          <p:cNvSpPr/>
          <p:nvPr/>
        </p:nvSpPr>
        <p:spPr>
          <a:xfrm>
            <a:off x="0" y="0"/>
            <a:ext cx="9144000" cy="5147195"/>
          </a:xfrm>
          <a:prstGeom prst="rect">
            <a:avLst/>
          </a:prstGeom>
          <a:solidFill>
            <a:srgbClr val="1009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32C27F-1F7C-A741-2883-D26150476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358" y="2098379"/>
            <a:ext cx="3235283" cy="10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0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síð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6C10-AEEE-2242-8CA6-22E89276E0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060" y="2159112"/>
            <a:ext cx="4588505" cy="808459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180000" bIns="72000" anchor="t" anchorCtr="0">
            <a:spAutoFit/>
          </a:bodyPr>
          <a:lstStyle>
            <a:lvl1pPr algn="l">
              <a:lnSpc>
                <a:spcPct val="100000"/>
              </a:lnSpc>
              <a:defRPr sz="3600" b="0" i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defRPr>
            </a:lvl1pPr>
          </a:lstStyle>
          <a:p>
            <a:r>
              <a:rPr lang="is-IS" dirty="0"/>
              <a:t>HEITI NÁMSKEIÐS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F35A1D-E001-644A-9371-98B2527128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060" y="3571803"/>
            <a:ext cx="6831688" cy="541275"/>
          </a:xfrm>
          <a:solidFill>
            <a:schemeClr val="bg1"/>
          </a:solidFill>
        </p:spPr>
        <p:txBody>
          <a:bodyPr lIns="180000" tIns="144000" bIns="72000">
            <a:spAutoFit/>
          </a:bodyPr>
          <a:lstStyle>
            <a:lvl1pPr marL="0" indent="0" algn="l">
              <a:buNone/>
              <a:defRPr sz="2100">
                <a:solidFill>
                  <a:srgbClr val="10099F"/>
                </a:solidFill>
              </a:defRPr>
            </a:lvl1pPr>
            <a:lvl2pPr marL="435586" indent="0" algn="ctr">
              <a:buNone/>
              <a:defRPr/>
            </a:lvl2pPr>
            <a:lvl3pPr marL="871172" indent="0" algn="ctr">
              <a:buNone/>
              <a:defRPr/>
            </a:lvl3pPr>
            <a:lvl4pPr marL="1306757" indent="0" algn="ctr">
              <a:buNone/>
              <a:defRPr/>
            </a:lvl4pPr>
            <a:lvl5pPr marL="1742344" indent="0" algn="ctr">
              <a:buNone/>
              <a:defRPr/>
            </a:lvl5pPr>
            <a:lvl6pPr marL="2177930" indent="0" algn="ctr">
              <a:buNone/>
              <a:defRPr/>
            </a:lvl6pPr>
            <a:lvl7pPr marL="2613515" indent="0" algn="ctr">
              <a:buNone/>
              <a:defRPr/>
            </a:lvl7pPr>
            <a:lvl8pPr marL="3049101" indent="0" algn="ctr">
              <a:buNone/>
              <a:defRPr/>
            </a:lvl8pPr>
            <a:lvl9pPr marL="3484687" indent="0" algn="ctr">
              <a:buNone/>
              <a:defRPr/>
            </a:lvl9pPr>
          </a:lstStyle>
          <a:p>
            <a:r>
              <a:rPr lang="en-GB" dirty="0"/>
              <a:t>UNDIRTEXTI</a:t>
            </a:r>
            <a:endParaRPr lang="is-I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DE58E-A775-E5DC-1109-036CABDA1ACA}"/>
              </a:ext>
            </a:extLst>
          </p:cNvPr>
          <p:cNvSpPr txBox="1"/>
          <p:nvPr/>
        </p:nvSpPr>
        <p:spPr>
          <a:xfrm>
            <a:off x="5576207" y="4341735"/>
            <a:ext cx="3102428" cy="46250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is-IS" sz="1350" b="0" i="0" cap="all" baseline="0" dirty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rPr>
              <a:t>Nafn kennara</a:t>
            </a:r>
            <a:endParaRPr lang="en-IS" sz="1350" b="0" i="0" cap="all" baseline="0" dirty="0">
              <a:solidFill>
                <a:srgbClr val="10099F"/>
              </a:solidFill>
              <a:latin typeface="Jost Medium" pitchFamily="2" charset="77"/>
              <a:ea typeface="Jost Medium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513D94-208C-0644-49CE-4F0BCB19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6CCC5A-18A5-5ABA-6D44-2028B6036739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77152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síða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6C10-AEEE-2242-8CA6-22E89276E0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060" y="2159112"/>
            <a:ext cx="4588505" cy="808459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180000" bIns="72000" anchor="t" anchorCtr="0">
            <a:spAutoFit/>
          </a:bodyPr>
          <a:lstStyle>
            <a:lvl1pPr algn="l">
              <a:lnSpc>
                <a:spcPct val="100000"/>
              </a:lnSpc>
              <a:defRPr sz="3600" b="0" i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defRPr>
            </a:lvl1pPr>
          </a:lstStyle>
          <a:p>
            <a:r>
              <a:rPr lang="is-IS" dirty="0"/>
              <a:t>HEITI NÁMSKEIÐS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F35A1D-E001-644A-9371-98B2527128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060" y="3571803"/>
            <a:ext cx="6831688" cy="541275"/>
          </a:xfrm>
          <a:solidFill>
            <a:schemeClr val="bg1"/>
          </a:solidFill>
        </p:spPr>
        <p:txBody>
          <a:bodyPr lIns="180000" tIns="144000" bIns="72000">
            <a:spAutoFit/>
          </a:bodyPr>
          <a:lstStyle>
            <a:lvl1pPr marL="0" indent="0" algn="l">
              <a:buNone/>
              <a:defRPr sz="2100">
                <a:solidFill>
                  <a:srgbClr val="10099F"/>
                </a:solidFill>
              </a:defRPr>
            </a:lvl1pPr>
            <a:lvl2pPr marL="435586" indent="0" algn="ctr">
              <a:buNone/>
              <a:defRPr/>
            </a:lvl2pPr>
            <a:lvl3pPr marL="871172" indent="0" algn="ctr">
              <a:buNone/>
              <a:defRPr/>
            </a:lvl3pPr>
            <a:lvl4pPr marL="1306757" indent="0" algn="ctr">
              <a:buNone/>
              <a:defRPr/>
            </a:lvl4pPr>
            <a:lvl5pPr marL="1742344" indent="0" algn="ctr">
              <a:buNone/>
              <a:defRPr/>
            </a:lvl5pPr>
            <a:lvl6pPr marL="2177930" indent="0" algn="ctr">
              <a:buNone/>
              <a:defRPr/>
            </a:lvl6pPr>
            <a:lvl7pPr marL="2613515" indent="0" algn="ctr">
              <a:buNone/>
              <a:defRPr/>
            </a:lvl7pPr>
            <a:lvl8pPr marL="3049101" indent="0" algn="ctr">
              <a:buNone/>
              <a:defRPr/>
            </a:lvl8pPr>
            <a:lvl9pPr marL="3484687" indent="0" algn="ctr">
              <a:buNone/>
              <a:defRPr/>
            </a:lvl9pPr>
          </a:lstStyle>
          <a:p>
            <a:r>
              <a:rPr lang="en-GB" dirty="0"/>
              <a:t>UNDIRTEXTI</a:t>
            </a:r>
            <a:endParaRPr lang="is-I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DE58E-A775-E5DC-1109-036CABDA1ACA}"/>
              </a:ext>
            </a:extLst>
          </p:cNvPr>
          <p:cNvSpPr txBox="1"/>
          <p:nvPr/>
        </p:nvSpPr>
        <p:spPr>
          <a:xfrm>
            <a:off x="5576207" y="4341735"/>
            <a:ext cx="3102428" cy="46250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is-IS" sz="1350" b="0" i="0" cap="all" baseline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rPr>
              <a:t>Hjálmtýr Hafsteinsson</a:t>
            </a:r>
            <a:endParaRPr lang="en-IS" sz="1350" b="0" i="0" cap="all" baseline="0" dirty="0">
              <a:solidFill>
                <a:srgbClr val="10099F"/>
              </a:solidFill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1A531-4A7E-69F6-F0EB-012E7AC55955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CF8F7-65A7-4CDE-C270-22D25D093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F4FB7C-55DC-DCEC-5576-B17D6184B2D9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178099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síða ljósbl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6C10-AEEE-2242-8CA6-22E89276E0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060" y="2159112"/>
            <a:ext cx="4588505" cy="808459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180000" bIns="72000" anchor="t" anchorCtr="0">
            <a:spAutoFit/>
          </a:bodyPr>
          <a:lstStyle>
            <a:lvl1pPr algn="l">
              <a:lnSpc>
                <a:spcPct val="100000"/>
              </a:lnSpc>
              <a:defRPr sz="3600" b="0" i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defRPr>
            </a:lvl1pPr>
          </a:lstStyle>
          <a:p>
            <a:r>
              <a:rPr lang="is-IS" dirty="0"/>
              <a:t>HEITI NÁMSKEIÐS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F35A1D-E001-644A-9371-98B2527128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060" y="3571803"/>
            <a:ext cx="6831688" cy="541275"/>
          </a:xfrm>
          <a:solidFill>
            <a:schemeClr val="bg1"/>
          </a:solidFill>
        </p:spPr>
        <p:txBody>
          <a:bodyPr lIns="180000" tIns="144000" bIns="72000">
            <a:spAutoFit/>
          </a:bodyPr>
          <a:lstStyle>
            <a:lvl1pPr marL="0" indent="0" algn="l">
              <a:buNone/>
              <a:defRPr sz="2100">
                <a:solidFill>
                  <a:srgbClr val="10099F"/>
                </a:solidFill>
              </a:defRPr>
            </a:lvl1pPr>
            <a:lvl2pPr marL="435586" indent="0" algn="ctr">
              <a:buNone/>
              <a:defRPr/>
            </a:lvl2pPr>
            <a:lvl3pPr marL="871172" indent="0" algn="ctr">
              <a:buNone/>
              <a:defRPr/>
            </a:lvl3pPr>
            <a:lvl4pPr marL="1306757" indent="0" algn="ctr">
              <a:buNone/>
              <a:defRPr/>
            </a:lvl4pPr>
            <a:lvl5pPr marL="1742344" indent="0" algn="ctr">
              <a:buNone/>
              <a:defRPr/>
            </a:lvl5pPr>
            <a:lvl6pPr marL="2177930" indent="0" algn="ctr">
              <a:buNone/>
              <a:defRPr/>
            </a:lvl6pPr>
            <a:lvl7pPr marL="2613515" indent="0" algn="ctr">
              <a:buNone/>
              <a:defRPr/>
            </a:lvl7pPr>
            <a:lvl8pPr marL="3049101" indent="0" algn="ctr">
              <a:buNone/>
              <a:defRPr/>
            </a:lvl8pPr>
            <a:lvl9pPr marL="3484687" indent="0" algn="ctr">
              <a:buNone/>
              <a:defRPr/>
            </a:lvl9pPr>
          </a:lstStyle>
          <a:p>
            <a:r>
              <a:rPr lang="en-GB" dirty="0"/>
              <a:t>UNDIRTEXTI</a:t>
            </a:r>
            <a:endParaRPr lang="is-I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DE58E-A775-E5DC-1109-036CABDA1ACA}"/>
              </a:ext>
            </a:extLst>
          </p:cNvPr>
          <p:cNvSpPr txBox="1"/>
          <p:nvPr/>
        </p:nvSpPr>
        <p:spPr>
          <a:xfrm>
            <a:off x="5576207" y="4341735"/>
            <a:ext cx="3102428" cy="46250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is-IS" sz="1350" b="0" i="0" cap="all" baseline="0" dirty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rPr>
              <a:t>Nafn kennara</a:t>
            </a:r>
            <a:endParaRPr lang="en-IS" sz="1350" b="0" i="0" cap="all" baseline="0" dirty="0">
              <a:solidFill>
                <a:srgbClr val="10099F"/>
              </a:solidFill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FD954D-EA29-EA44-93CA-69E6B937AD81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31073-F2EE-DB64-7437-96ED4469B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163EEE-5EB4-8B19-DD6D-4A171587B7BD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415869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síða rau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6C10-AEEE-2242-8CA6-22E89276E0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060" y="2159112"/>
            <a:ext cx="4588505" cy="808459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180000" bIns="72000" anchor="t" anchorCtr="0">
            <a:spAutoFit/>
          </a:bodyPr>
          <a:lstStyle>
            <a:lvl1pPr algn="l">
              <a:lnSpc>
                <a:spcPct val="100000"/>
              </a:lnSpc>
              <a:defRPr sz="3600" b="0" i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defRPr>
            </a:lvl1pPr>
          </a:lstStyle>
          <a:p>
            <a:r>
              <a:rPr lang="is-IS" dirty="0"/>
              <a:t>HEITI NÁMSKEIÐS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F35A1D-E001-644A-9371-98B2527128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060" y="3571803"/>
            <a:ext cx="6831688" cy="541275"/>
          </a:xfrm>
          <a:solidFill>
            <a:schemeClr val="bg1"/>
          </a:solidFill>
        </p:spPr>
        <p:txBody>
          <a:bodyPr lIns="180000" tIns="144000" bIns="72000">
            <a:spAutoFit/>
          </a:bodyPr>
          <a:lstStyle>
            <a:lvl1pPr marL="0" indent="0" algn="l">
              <a:buNone/>
              <a:defRPr sz="2100">
                <a:solidFill>
                  <a:srgbClr val="10099F"/>
                </a:solidFill>
              </a:defRPr>
            </a:lvl1pPr>
            <a:lvl2pPr marL="435586" indent="0" algn="ctr">
              <a:buNone/>
              <a:defRPr/>
            </a:lvl2pPr>
            <a:lvl3pPr marL="871172" indent="0" algn="ctr">
              <a:buNone/>
              <a:defRPr/>
            </a:lvl3pPr>
            <a:lvl4pPr marL="1306757" indent="0" algn="ctr">
              <a:buNone/>
              <a:defRPr/>
            </a:lvl4pPr>
            <a:lvl5pPr marL="1742344" indent="0" algn="ctr">
              <a:buNone/>
              <a:defRPr/>
            </a:lvl5pPr>
            <a:lvl6pPr marL="2177930" indent="0" algn="ctr">
              <a:buNone/>
              <a:defRPr/>
            </a:lvl6pPr>
            <a:lvl7pPr marL="2613515" indent="0" algn="ctr">
              <a:buNone/>
              <a:defRPr/>
            </a:lvl7pPr>
            <a:lvl8pPr marL="3049101" indent="0" algn="ctr">
              <a:buNone/>
              <a:defRPr/>
            </a:lvl8pPr>
            <a:lvl9pPr marL="3484687" indent="0" algn="ctr">
              <a:buNone/>
              <a:defRPr/>
            </a:lvl9pPr>
          </a:lstStyle>
          <a:p>
            <a:r>
              <a:rPr lang="en-GB" dirty="0"/>
              <a:t>UNDIRTEXTI</a:t>
            </a:r>
            <a:endParaRPr lang="is-I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DE58E-A775-E5DC-1109-036CABDA1ACA}"/>
              </a:ext>
            </a:extLst>
          </p:cNvPr>
          <p:cNvSpPr txBox="1"/>
          <p:nvPr/>
        </p:nvSpPr>
        <p:spPr>
          <a:xfrm>
            <a:off x="5576207" y="4341735"/>
            <a:ext cx="3102428" cy="46250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is-IS" sz="1350" b="0" i="0" cap="all" baseline="0" dirty="0">
                <a:solidFill>
                  <a:srgbClr val="10099F"/>
                </a:solidFill>
                <a:latin typeface="Jost Medium" pitchFamily="2" charset="77"/>
                <a:ea typeface="Jost Medium" pitchFamily="2" charset="77"/>
              </a:rPr>
              <a:t>Nafn kennara</a:t>
            </a:r>
            <a:endParaRPr lang="en-IS" sz="1350" b="0" i="0" cap="all" baseline="0" dirty="0">
              <a:solidFill>
                <a:srgbClr val="10099F"/>
              </a:solidFill>
              <a:latin typeface="Jost Medium" pitchFamily="2" charset="77"/>
              <a:ea typeface="Jost Medium" pitchFamily="2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FD954D-EA29-EA44-93CA-69E6B937AD81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31073-F2EE-DB64-7437-96ED4469B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D4908D-5DD9-714B-3E66-5D6E3244CE94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269900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eginmá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D16-4F59-1D48-9C0C-48E4122C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351924"/>
            <a:ext cx="7294436" cy="55514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B3EC-9C38-6A47-B7F1-3E11D1992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15" y="1050823"/>
            <a:ext cx="7294436" cy="3740753"/>
          </a:xfrm>
        </p:spPr>
        <p:txBody>
          <a:bodyPr>
            <a:normAutofit/>
          </a:bodyPr>
          <a:lstStyle>
            <a:lvl1pPr marL="256500" indent="-256500">
              <a:lnSpc>
                <a:spcPct val="100000"/>
              </a:lnSpc>
              <a:spcBef>
                <a:spcPts val="504"/>
              </a:spcBef>
              <a:defRPr sz="2100" b="0" i="0" baseline="0">
                <a:latin typeface="Jost" pitchFamily="2" charset="77"/>
                <a:ea typeface="Jost" pitchFamily="2" charset="77"/>
              </a:defRPr>
            </a:lvl1pPr>
            <a:lvl2pPr marL="556200" indent="-213300">
              <a:lnSpc>
                <a:spcPct val="100000"/>
              </a:lnSpc>
              <a:spcBef>
                <a:spcPts val="432"/>
              </a:spcBef>
              <a:buFont typeface="Apple Symbols" panose="02000000000000000000" pitchFamily="2" charset="-79"/>
              <a:buChar char="⎻"/>
              <a:defRPr sz="1800" b="0" i="0" baseline="0">
                <a:latin typeface="Jost" pitchFamily="2" charset="77"/>
                <a:ea typeface="Jost" pitchFamily="2" charset="77"/>
              </a:defRPr>
            </a:lvl2pPr>
            <a:lvl3pPr marL="857250" indent="-17145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b="0" i="0" baseline="0">
                <a:latin typeface="Jost" pitchFamily="2" charset="77"/>
                <a:ea typeface="Jost" pitchFamily="2" charset="77"/>
              </a:defRPr>
            </a:lvl3pPr>
            <a:lvl4pPr marL="1200150" indent="-171450">
              <a:lnSpc>
                <a:spcPct val="100000"/>
              </a:lnSpc>
              <a:spcBef>
                <a:spcPts val="324"/>
              </a:spcBef>
              <a:buFont typeface="Apple Symbols" panose="02000000000000000000" pitchFamily="2" charset="-79"/>
              <a:buChar char="⎻"/>
              <a:defRPr sz="1350" b="0" i="0" baseline="0">
                <a:latin typeface="Jost" pitchFamily="2" charset="77"/>
                <a:ea typeface="Jost" pitchFamily="2" charset="77"/>
              </a:defRPr>
            </a:lvl4pPr>
            <a:lvl5pPr marL="1543050" indent="-171450">
              <a:lnSpc>
                <a:spcPct val="100000"/>
              </a:lnSpc>
              <a:spcBef>
                <a:spcPts val="324"/>
              </a:spcBef>
              <a:buFont typeface="Arial" panose="020B0604020202020204" pitchFamily="34" charset="0"/>
              <a:buChar char="•"/>
              <a:defRPr sz="1350" b="0" i="0" baseline="0">
                <a:latin typeface="Jost" pitchFamily="2" charset="77"/>
                <a:ea typeface="Jost" pitchFamily="2" charset="77"/>
              </a:defRPr>
            </a:lvl5pPr>
            <a:lvl6pPr>
              <a:defRPr b="0" i="0">
                <a:latin typeface="Jost Medium" pitchFamily="2" charset="77"/>
                <a:ea typeface="Jost Medium" pitchFamily="2" charset="77"/>
              </a:defRPr>
            </a:lvl6pPr>
            <a:lvl7pPr>
              <a:defRPr b="0" i="0">
                <a:latin typeface="Jost Medium" pitchFamily="2" charset="77"/>
                <a:ea typeface="Jost Medium" pitchFamily="2" charset="77"/>
              </a:defRPr>
            </a:lvl7pPr>
            <a:lvl8pPr>
              <a:defRPr b="0" i="0">
                <a:latin typeface="Jost Medium" pitchFamily="2" charset="77"/>
                <a:ea typeface="Jost Medium" pitchFamily="2" charset="77"/>
              </a:defRPr>
            </a:lvl8pPr>
            <a:lvl9pPr>
              <a:defRPr b="0" i="0">
                <a:latin typeface="Jost Medium" pitchFamily="2" charset="77"/>
                <a:ea typeface="Jost Medium" pitchFamily="2" charset="77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3152-E215-659F-BE9B-811D647067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D8A41-C95D-E5F2-BCB9-92C49DF5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eginmál g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91BFB-6DB1-1406-1A58-62761A8F3BBF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00D16-4F59-1D48-9C0C-48E4122C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351924"/>
            <a:ext cx="7294436" cy="55514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B3EC-9C38-6A47-B7F1-3E11D1992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15" y="1050823"/>
            <a:ext cx="7294436" cy="3740753"/>
          </a:xfrm>
        </p:spPr>
        <p:txBody>
          <a:bodyPr>
            <a:normAutofit/>
          </a:bodyPr>
          <a:lstStyle>
            <a:lvl1pPr marL="256500" indent="-256500">
              <a:lnSpc>
                <a:spcPct val="100000"/>
              </a:lnSpc>
              <a:spcBef>
                <a:spcPts val="504"/>
              </a:spcBef>
              <a:defRPr sz="2100" b="0" i="0" baseline="0">
                <a:latin typeface="Jost" pitchFamily="2" charset="77"/>
                <a:ea typeface="Jost" pitchFamily="2" charset="77"/>
              </a:defRPr>
            </a:lvl1pPr>
            <a:lvl2pPr marL="556200" indent="-213300">
              <a:lnSpc>
                <a:spcPct val="100000"/>
              </a:lnSpc>
              <a:spcBef>
                <a:spcPts val="432"/>
              </a:spcBef>
              <a:buFont typeface="Apple Symbols" panose="02000000000000000000" pitchFamily="2" charset="-79"/>
              <a:buChar char="⎻"/>
              <a:defRPr sz="1800" b="0" i="0" baseline="0">
                <a:latin typeface="Jost" pitchFamily="2" charset="77"/>
                <a:ea typeface="Jost" pitchFamily="2" charset="77"/>
              </a:defRPr>
            </a:lvl2pPr>
            <a:lvl3pPr marL="857250" indent="-17145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b="0" i="0" baseline="0">
                <a:latin typeface="Jost" pitchFamily="2" charset="77"/>
                <a:ea typeface="Jost" pitchFamily="2" charset="77"/>
              </a:defRPr>
            </a:lvl3pPr>
            <a:lvl4pPr marL="1200150" indent="-171450">
              <a:lnSpc>
                <a:spcPct val="100000"/>
              </a:lnSpc>
              <a:spcBef>
                <a:spcPts val="324"/>
              </a:spcBef>
              <a:buFont typeface="Apple Symbols" panose="02000000000000000000" pitchFamily="2" charset="-79"/>
              <a:buChar char="⎻"/>
              <a:defRPr sz="1350" b="0" i="0" baseline="0">
                <a:latin typeface="Jost" pitchFamily="2" charset="77"/>
                <a:ea typeface="Jost" pitchFamily="2" charset="77"/>
              </a:defRPr>
            </a:lvl4pPr>
            <a:lvl5pPr marL="1543050" indent="-171450">
              <a:lnSpc>
                <a:spcPct val="100000"/>
              </a:lnSpc>
              <a:spcBef>
                <a:spcPts val="324"/>
              </a:spcBef>
              <a:buFont typeface="Arial" panose="020B0604020202020204" pitchFamily="34" charset="0"/>
              <a:buChar char="•"/>
              <a:defRPr sz="1350" b="0" i="0" baseline="0">
                <a:latin typeface="Jost" pitchFamily="2" charset="77"/>
                <a:ea typeface="Jost" pitchFamily="2" charset="77"/>
              </a:defRPr>
            </a:lvl5pPr>
            <a:lvl6pPr>
              <a:defRPr b="0" i="0">
                <a:latin typeface="Jost Medium" pitchFamily="2" charset="77"/>
                <a:ea typeface="Jost Medium" pitchFamily="2" charset="77"/>
              </a:defRPr>
            </a:lvl6pPr>
            <a:lvl7pPr>
              <a:defRPr b="0" i="0">
                <a:latin typeface="Jost Medium" pitchFamily="2" charset="77"/>
                <a:ea typeface="Jost Medium" pitchFamily="2" charset="77"/>
              </a:defRPr>
            </a:lvl7pPr>
            <a:lvl8pPr>
              <a:defRPr b="0" i="0">
                <a:latin typeface="Jost Medium" pitchFamily="2" charset="77"/>
                <a:ea typeface="Jost Medium" pitchFamily="2" charset="77"/>
              </a:defRPr>
            </a:lvl8pPr>
            <a:lvl9pPr>
              <a:defRPr b="0" i="0">
                <a:latin typeface="Jost Medium" pitchFamily="2" charset="77"/>
                <a:ea typeface="Jost Medium" pitchFamily="2" charset="77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3152-E215-659F-BE9B-811D647067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D8A41-C95D-E5F2-BCB9-92C49DF5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41518-0C14-9D2F-5887-5CBEAA7BA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eginmál ljósblá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91BFB-6DB1-1406-1A58-62761A8F3BBF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00D16-4F59-1D48-9C0C-48E4122C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351924"/>
            <a:ext cx="7294436" cy="55514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B3EC-9C38-6A47-B7F1-3E11D1992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15" y="1050823"/>
            <a:ext cx="7294436" cy="3740753"/>
          </a:xfrm>
        </p:spPr>
        <p:txBody>
          <a:bodyPr>
            <a:normAutofit/>
          </a:bodyPr>
          <a:lstStyle>
            <a:lvl1pPr marL="256500" indent="-256500">
              <a:lnSpc>
                <a:spcPct val="100000"/>
              </a:lnSpc>
              <a:spcBef>
                <a:spcPts val="504"/>
              </a:spcBef>
              <a:defRPr sz="2100" b="0" i="0" baseline="0">
                <a:latin typeface="Jost" pitchFamily="2" charset="77"/>
                <a:ea typeface="Jost" pitchFamily="2" charset="77"/>
              </a:defRPr>
            </a:lvl1pPr>
            <a:lvl2pPr marL="556200" indent="-213300">
              <a:lnSpc>
                <a:spcPct val="100000"/>
              </a:lnSpc>
              <a:spcBef>
                <a:spcPts val="432"/>
              </a:spcBef>
              <a:buFont typeface="Apple Symbols" panose="02000000000000000000" pitchFamily="2" charset="-79"/>
              <a:buChar char="⎻"/>
              <a:defRPr sz="1800" b="0" i="0" baseline="0">
                <a:latin typeface="Jost" pitchFamily="2" charset="77"/>
                <a:ea typeface="Jost" pitchFamily="2" charset="77"/>
              </a:defRPr>
            </a:lvl2pPr>
            <a:lvl3pPr marL="857250" indent="-17145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b="0" i="0" baseline="0">
                <a:latin typeface="Jost" pitchFamily="2" charset="77"/>
                <a:ea typeface="Jost" pitchFamily="2" charset="77"/>
              </a:defRPr>
            </a:lvl3pPr>
            <a:lvl4pPr marL="1200150" indent="-171450">
              <a:lnSpc>
                <a:spcPct val="100000"/>
              </a:lnSpc>
              <a:spcBef>
                <a:spcPts val="324"/>
              </a:spcBef>
              <a:buFont typeface="Apple Symbols" panose="02000000000000000000" pitchFamily="2" charset="-79"/>
              <a:buChar char="⎻"/>
              <a:defRPr sz="1350" b="0" i="0" baseline="0">
                <a:latin typeface="Jost" pitchFamily="2" charset="77"/>
                <a:ea typeface="Jost" pitchFamily="2" charset="77"/>
              </a:defRPr>
            </a:lvl4pPr>
            <a:lvl5pPr marL="1543050" indent="-171450">
              <a:lnSpc>
                <a:spcPct val="100000"/>
              </a:lnSpc>
              <a:spcBef>
                <a:spcPts val="324"/>
              </a:spcBef>
              <a:buFont typeface="Arial" panose="020B0604020202020204" pitchFamily="34" charset="0"/>
              <a:buChar char="•"/>
              <a:defRPr sz="1350" b="0" i="0" baseline="0">
                <a:latin typeface="Jost" pitchFamily="2" charset="77"/>
                <a:ea typeface="Jost" pitchFamily="2" charset="77"/>
              </a:defRPr>
            </a:lvl5pPr>
            <a:lvl6pPr>
              <a:defRPr b="0" i="0">
                <a:latin typeface="Jost Medium" pitchFamily="2" charset="77"/>
                <a:ea typeface="Jost Medium" pitchFamily="2" charset="77"/>
              </a:defRPr>
            </a:lvl6pPr>
            <a:lvl7pPr>
              <a:defRPr b="0" i="0">
                <a:latin typeface="Jost Medium" pitchFamily="2" charset="77"/>
                <a:ea typeface="Jost Medium" pitchFamily="2" charset="77"/>
              </a:defRPr>
            </a:lvl7pPr>
            <a:lvl8pPr>
              <a:defRPr b="0" i="0">
                <a:latin typeface="Jost Medium" pitchFamily="2" charset="77"/>
                <a:ea typeface="Jost Medium" pitchFamily="2" charset="77"/>
              </a:defRPr>
            </a:lvl8pPr>
            <a:lvl9pPr>
              <a:defRPr b="0" i="0">
                <a:latin typeface="Jost Medium" pitchFamily="2" charset="77"/>
                <a:ea typeface="Jost Medium" pitchFamily="2" charset="77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3152-E215-659F-BE9B-811D647067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D8A41-C95D-E5F2-BCB9-92C49DF5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41518-0C14-9D2F-5887-5CBEAA7BA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eginmál rau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91BFB-6DB1-1406-1A58-62761A8F3BBF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00D16-4F59-1D48-9C0C-48E4122C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351924"/>
            <a:ext cx="7294436" cy="55514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B3EC-9C38-6A47-B7F1-3E11D1992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15" y="1050823"/>
            <a:ext cx="7294436" cy="3740753"/>
          </a:xfrm>
        </p:spPr>
        <p:txBody>
          <a:bodyPr>
            <a:normAutofit/>
          </a:bodyPr>
          <a:lstStyle>
            <a:lvl1pPr marL="256500" indent="-256500">
              <a:lnSpc>
                <a:spcPct val="100000"/>
              </a:lnSpc>
              <a:spcBef>
                <a:spcPts val="504"/>
              </a:spcBef>
              <a:defRPr sz="2100" b="0" i="0" baseline="0">
                <a:latin typeface="Jost" pitchFamily="2" charset="77"/>
                <a:ea typeface="Jost" pitchFamily="2" charset="77"/>
              </a:defRPr>
            </a:lvl1pPr>
            <a:lvl2pPr marL="556200" indent="-213300">
              <a:lnSpc>
                <a:spcPct val="100000"/>
              </a:lnSpc>
              <a:spcBef>
                <a:spcPts val="432"/>
              </a:spcBef>
              <a:buFont typeface="Apple Symbols" panose="02000000000000000000" pitchFamily="2" charset="-79"/>
              <a:buChar char="⎻"/>
              <a:defRPr sz="1800" b="0" i="0" baseline="0">
                <a:latin typeface="Jost" pitchFamily="2" charset="77"/>
                <a:ea typeface="Jost" pitchFamily="2" charset="77"/>
              </a:defRPr>
            </a:lvl2pPr>
            <a:lvl3pPr marL="857250" indent="-17145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b="0" i="0" baseline="0">
                <a:latin typeface="Jost" pitchFamily="2" charset="77"/>
                <a:ea typeface="Jost" pitchFamily="2" charset="77"/>
              </a:defRPr>
            </a:lvl3pPr>
            <a:lvl4pPr marL="1200150" indent="-171450">
              <a:lnSpc>
                <a:spcPct val="100000"/>
              </a:lnSpc>
              <a:spcBef>
                <a:spcPts val="324"/>
              </a:spcBef>
              <a:buFont typeface="Apple Symbols" panose="02000000000000000000" pitchFamily="2" charset="-79"/>
              <a:buChar char="⎻"/>
              <a:defRPr sz="1350" b="0" i="0" baseline="0">
                <a:latin typeface="Jost" pitchFamily="2" charset="77"/>
                <a:ea typeface="Jost" pitchFamily="2" charset="77"/>
              </a:defRPr>
            </a:lvl4pPr>
            <a:lvl5pPr marL="1543050" indent="-171450">
              <a:lnSpc>
                <a:spcPct val="100000"/>
              </a:lnSpc>
              <a:spcBef>
                <a:spcPts val="324"/>
              </a:spcBef>
              <a:buFont typeface="Arial" panose="020B0604020202020204" pitchFamily="34" charset="0"/>
              <a:buChar char="•"/>
              <a:defRPr sz="1350" b="0" i="0" baseline="0">
                <a:latin typeface="Jost" pitchFamily="2" charset="77"/>
                <a:ea typeface="Jost" pitchFamily="2" charset="77"/>
              </a:defRPr>
            </a:lvl5pPr>
            <a:lvl6pPr>
              <a:defRPr b="0" i="0">
                <a:latin typeface="Jost Medium" pitchFamily="2" charset="77"/>
                <a:ea typeface="Jost Medium" pitchFamily="2" charset="77"/>
              </a:defRPr>
            </a:lvl6pPr>
            <a:lvl7pPr>
              <a:defRPr b="0" i="0">
                <a:latin typeface="Jost Medium" pitchFamily="2" charset="77"/>
                <a:ea typeface="Jost Medium" pitchFamily="2" charset="77"/>
              </a:defRPr>
            </a:lvl7pPr>
            <a:lvl8pPr>
              <a:defRPr b="0" i="0">
                <a:latin typeface="Jost Medium" pitchFamily="2" charset="77"/>
                <a:ea typeface="Jost Medium" pitchFamily="2" charset="77"/>
              </a:defRPr>
            </a:lvl8pPr>
            <a:lvl9pPr>
              <a:defRPr b="0" i="0">
                <a:latin typeface="Jost Medium" pitchFamily="2" charset="77"/>
                <a:ea typeface="Jost Medium" pitchFamily="2" charset="77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3152-E215-659F-BE9B-811D647067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D8A41-C95D-E5F2-BCB9-92C49DF5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41518-0C14-9D2F-5887-5CBEAA7BA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9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llikafli blá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5BC813-E2F5-6985-FFF5-721C23EED301}"/>
              </a:ext>
            </a:extLst>
          </p:cNvPr>
          <p:cNvSpPr/>
          <p:nvPr/>
        </p:nvSpPr>
        <p:spPr>
          <a:xfrm>
            <a:off x="0" y="3438"/>
            <a:ext cx="9144000" cy="311875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096A3-305D-A253-F6B8-ED7151338C58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F62865-4DA4-D687-092A-934CBFDFA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07" y="2715545"/>
            <a:ext cx="5458076" cy="706311"/>
          </a:xfrm>
          <a:prstGeom prst="rect">
            <a:avLst/>
          </a:prstGeom>
          <a:solidFill>
            <a:schemeClr val="bg1"/>
          </a:solidFill>
        </p:spPr>
        <p:txBody>
          <a:bodyPr lIns="180000" tIns="180000" rIns="180000" bIns="108000" anchor="b">
            <a:spAutoFit/>
          </a:bodyPr>
          <a:lstStyle>
            <a:lvl1pPr>
              <a:defRPr sz="3000"/>
            </a:lvl1pPr>
          </a:lstStyle>
          <a:p>
            <a:r>
              <a:rPr lang="en-US" dirty="0" err="1"/>
              <a:t>Millikafli</a:t>
            </a:r>
            <a:endParaRPr lang="is-I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3DE4BA-42C9-A61B-5F8F-3CA657611B20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1793396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llikafli rau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5BC813-E2F5-6985-FFF5-721C23EED301}"/>
              </a:ext>
            </a:extLst>
          </p:cNvPr>
          <p:cNvSpPr/>
          <p:nvPr/>
        </p:nvSpPr>
        <p:spPr>
          <a:xfrm>
            <a:off x="0" y="3438"/>
            <a:ext cx="9144000" cy="311875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096A3-305D-A253-F6B8-ED7151338C58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F62865-4DA4-D687-092A-934CBFDFA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07" y="2715545"/>
            <a:ext cx="5458076" cy="706311"/>
          </a:xfrm>
          <a:prstGeom prst="rect">
            <a:avLst/>
          </a:prstGeom>
          <a:solidFill>
            <a:schemeClr val="bg1"/>
          </a:solidFill>
        </p:spPr>
        <p:txBody>
          <a:bodyPr lIns="180000" tIns="180000" rIns="180000" bIns="108000" anchor="b">
            <a:spAutoFit/>
          </a:bodyPr>
          <a:lstStyle>
            <a:lvl1pPr>
              <a:defRPr sz="3000"/>
            </a:lvl1pPr>
          </a:lstStyle>
          <a:p>
            <a:r>
              <a:rPr lang="en-US" dirty="0" err="1"/>
              <a:t>Millikafli</a:t>
            </a:r>
            <a:endParaRPr lang="is-I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7C84B3-70D2-CC86-939B-9776C1E967E9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2637936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llikafli græ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5BC813-E2F5-6985-FFF5-721C23EED301}"/>
              </a:ext>
            </a:extLst>
          </p:cNvPr>
          <p:cNvSpPr/>
          <p:nvPr/>
        </p:nvSpPr>
        <p:spPr>
          <a:xfrm>
            <a:off x="0" y="3438"/>
            <a:ext cx="9144000" cy="311875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096A3-305D-A253-F6B8-ED7151338C58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F62865-4DA4-D687-092A-934CBFDFA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07" y="2715545"/>
            <a:ext cx="5458076" cy="706311"/>
          </a:xfrm>
          <a:prstGeom prst="rect">
            <a:avLst/>
          </a:prstGeom>
          <a:solidFill>
            <a:schemeClr val="bg1"/>
          </a:solidFill>
        </p:spPr>
        <p:txBody>
          <a:bodyPr lIns="180000" tIns="180000" rIns="180000" bIns="108000" anchor="b">
            <a:spAutoFit/>
          </a:bodyPr>
          <a:lstStyle>
            <a:lvl1pPr>
              <a:defRPr sz="3000"/>
            </a:lvl1pPr>
          </a:lstStyle>
          <a:p>
            <a:r>
              <a:rPr lang="en-US" dirty="0" err="1"/>
              <a:t>Millikafli</a:t>
            </a:r>
            <a:endParaRPr lang="is-I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73FC36-7F63-999C-B25A-9EB87C493AEA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444447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llikafli g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5BC813-E2F5-6985-FFF5-721C23EED301}"/>
              </a:ext>
            </a:extLst>
          </p:cNvPr>
          <p:cNvSpPr/>
          <p:nvPr/>
        </p:nvSpPr>
        <p:spPr>
          <a:xfrm>
            <a:off x="0" y="3438"/>
            <a:ext cx="9144000" cy="311875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096A3-305D-A253-F6B8-ED7151338C58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F62865-4DA4-D687-092A-934CBFDFA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07" y="2715545"/>
            <a:ext cx="5458076" cy="706311"/>
          </a:xfrm>
          <a:prstGeom prst="rect">
            <a:avLst/>
          </a:prstGeom>
          <a:solidFill>
            <a:schemeClr val="bg1"/>
          </a:solidFill>
        </p:spPr>
        <p:txBody>
          <a:bodyPr lIns="180000" tIns="180000" rIns="180000" bIns="108000" anchor="b">
            <a:spAutoFit/>
          </a:bodyPr>
          <a:lstStyle>
            <a:lvl1pPr>
              <a:defRPr sz="3000"/>
            </a:lvl1pPr>
          </a:lstStyle>
          <a:p>
            <a:r>
              <a:rPr lang="en-US" dirty="0" err="1"/>
              <a:t>Millikafli</a:t>
            </a:r>
            <a:endParaRPr lang="is-I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56EF1F-3F26-A302-A7DE-11BCBB0D053B}"/>
              </a:ext>
            </a:extLst>
          </p:cNvPr>
          <p:cNvSpPr/>
          <p:nvPr/>
        </p:nvSpPr>
        <p:spPr>
          <a:xfrm>
            <a:off x="1821180" y="4610100"/>
            <a:ext cx="164592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114901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yrirsö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CA5F-82F9-294D-AF74-1A9380F0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510778"/>
            <a:ext cx="7194884" cy="7572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EB396E-341D-8C4F-80D7-EC92085B3FBC}"/>
              </a:ext>
            </a:extLst>
          </p:cNvPr>
          <p:cNvSpPr/>
          <p:nvPr/>
        </p:nvSpPr>
        <p:spPr>
          <a:xfrm>
            <a:off x="1" y="3122196"/>
            <a:ext cx="9143999" cy="2025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</p:spTree>
    <p:extLst>
      <p:ext uri="{BB962C8B-B14F-4D97-AF65-F5344CB8AC3E}">
        <p14:creationId xmlns:p14="http://schemas.microsoft.com/office/powerpoint/2010/main" val="1192673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yrirsögn g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CA5F-82F9-294D-AF74-1A9380F0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510778"/>
            <a:ext cx="7194884" cy="7572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EB396E-341D-8C4F-80D7-EC92085B3FBC}"/>
              </a:ext>
            </a:extLst>
          </p:cNvPr>
          <p:cNvSpPr/>
          <p:nvPr/>
        </p:nvSpPr>
        <p:spPr>
          <a:xfrm>
            <a:off x="1" y="3122196"/>
            <a:ext cx="9143999" cy="2025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5A202D-87A7-5C8E-3A78-EA2EA71C64E0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D3498-11A5-87FC-63D3-30A6785B0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86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yrirsögn ljósblá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CA5F-82F9-294D-AF74-1A9380F0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510778"/>
            <a:ext cx="7194884" cy="7572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EB396E-341D-8C4F-80D7-EC92085B3FBC}"/>
              </a:ext>
            </a:extLst>
          </p:cNvPr>
          <p:cNvSpPr/>
          <p:nvPr/>
        </p:nvSpPr>
        <p:spPr>
          <a:xfrm>
            <a:off x="1" y="3122196"/>
            <a:ext cx="9143999" cy="2025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207B4-86FB-7819-078C-81175E5ED018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78B639-3C5D-26A0-34AB-C4658DA0F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95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yrirsögn rau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EB396E-341D-8C4F-80D7-EC92085B3FBC}"/>
              </a:ext>
            </a:extLst>
          </p:cNvPr>
          <p:cNvSpPr/>
          <p:nvPr/>
        </p:nvSpPr>
        <p:spPr>
          <a:xfrm>
            <a:off x="1" y="3122196"/>
            <a:ext cx="9143999" cy="2025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BCA5F-82F9-294D-AF74-1A9380F0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510778"/>
            <a:ext cx="7194884" cy="7572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1E8D9-7605-64C6-6166-AB8D15467B9F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75ED0-82AF-AC79-5C85-49F50886A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74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ð glæ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E34AD-09B4-7109-5672-7F1B583D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A71B-C2E6-94E3-DC5D-621C2BF7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08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ð glæra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E34AD-09B4-7109-5672-7F1B583D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A71B-C2E6-94E3-DC5D-621C2BF7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E675DD-6269-C92A-A14C-E71B55CB952C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0F5F1-0751-F126-5892-0A23C4D0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80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ð glæra ljósblá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E34AD-09B4-7109-5672-7F1B583D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A71B-C2E6-94E3-DC5D-621C2BF7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CEB86-9925-6280-5887-2EB5557C8F65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0F5F1-0751-F126-5892-0A23C4D0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266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ð glæra rau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E34AD-09B4-7109-5672-7F1B583D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A71B-C2E6-94E3-DC5D-621C2BF7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CEB86-9925-6280-5887-2EB5557C8F65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0F5F1-0751-F126-5892-0A23C4D0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849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eggja dá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F1C3-BFAB-584A-8C9A-6FB289A3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510778"/>
            <a:ext cx="7194884" cy="757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2ACC-5EAB-644E-B0E7-0BA88604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56CC-4022-704B-8D8B-4D2695D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609B8-8A6C-50AF-22A2-56C97D58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9A021-A491-1B56-FBBB-04E6C7AA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58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eggja dálka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F1C3-BFAB-584A-8C9A-6FB289A3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510778"/>
            <a:ext cx="7194884" cy="757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2ACC-5EAB-644E-B0E7-0BA88604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56CC-4022-704B-8D8B-4D2695D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609B8-8A6C-50AF-22A2-56C97D58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9A021-A491-1B56-FBBB-04E6C7AA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B3741-FF66-530D-4950-8C0331B7B1D0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DA8FE6-0BC5-09BC-635C-9CA9A0C2C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677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eggja dálka ljósbl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F1C3-BFAB-584A-8C9A-6FB289A3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510778"/>
            <a:ext cx="7194884" cy="757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2ACC-5EAB-644E-B0E7-0BA88604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56CC-4022-704B-8D8B-4D2695D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609B8-8A6C-50AF-22A2-56C97D58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9A021-A491-1B56-FBBB-04E6C7AA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F17F0-9883-46BC-7EF3-3CD1DFFBC698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65257-47AD-CDA4-BD68-CE3A43A0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75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veggja dálka með millifyrirsö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DB5E-5649-EE47-8240-F7302A71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273844"/>
            <a:ext cx="7223675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83012-DB16-BE40-8521-3A3AE75D2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 i="0">
                <a:latin typeface="Jost SemiBold" pitchFamily="2" charset="77"/>
                <a:ea typeface="Jost SemiBold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93A9B-CF3B-E147-8534-F6C22017A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F7338-7E56-564F-AF1C-8EC44FAF4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 i="0">
                <a:latin typeface="Jost SemiBold" pitchFamily="2" charset="77"/>
                <a:ea typeface="Jost SemiBold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80FA8-AE5E-C448-8361-E34D5E5BF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12460-C5B5-E1CF-D485-49770076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2FF15B-9A8E-2110-212D-E5547174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48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veggja dálka með millifyrirsögn rau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DB5E-5649-EE47-8240-F7302A71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273844"/>
            <a:ext cx="7223675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83012-DB16-BE40-8521-3A3AE75D2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 i="0">
                <a:latin typeface="Jost SemiBold" pitchFamily="2" charset="77"/>
                <a:ea typeface="Jost SemiBold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93A9B-CF3B-E147-8534-F6C22017A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F7338-7E56-564F-AF1C-8EC44FAF4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 i="0">
                <a:latin typeface="Jost SemiBold" pitchFamily="2" charset="77"/>
                <a:ea typeface="Jost SemiBold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80FA8-AE5E-C448-8361-E34D5E5BF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12460-C5B5-E1CF-D485-49770076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2FF15B-9A8E-2110-212D-E5547174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F84A3-D3A4-EE98-D742-DAE163EB804B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76E097-6255-57AE-3E8F-900185F6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70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veggja dálka með millifyrirsögn græ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DB5E-5649-EE47-8240-F7302A71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273844"/>
            <a:ext cx="7223675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83012-DB16-BE40-8521-3A3AE75D2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 i="0">
                <a:latin typeface="Jost SemiBold" pitchFamily="2" charset="77"/>
                <a:ea typeface="Jost SemiBold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93A9B-CF3B-E147-8534-F6C22017A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F7338-7E56-564F-AF1C-8EC44FAF4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 i="0">
                <a:latin typeface="Jost SemiBold" pitchFamily="2" charset="77"/>
                <a:ea typeface="Jost SemiBold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80FA8-AE5E-C448-8361-E34D5E5BF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12460-C5B5-E1CF-D485-49770076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2FF15B-9A8E-2110-212D-E5547174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F84A3-D3A4-EE98-D742-DAE163EB804B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76E097-6255-57AE-3E8F-900185F6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52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kaglæ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A71B-C2E6-94E3-DC5D-621C2BF7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CEB86-9925-6280-5887-2EB5557C8F65}"/>
              </a:ext>
            </a:extLst>
          </p:cNvPr>
          <p:cNvSpPr/>
          <p:nvPr/>
        </p:nvSpPr>
        <p:spPr>
          <a:xfrm>
            <a:off x="8857648" y="0"/>
            <a:ext cx="286352" cy="5147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0F5F1-0751-F126-5892-0A23C4D0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A384FC-2BE6-AE40-55D3-D3B594ED75A1}"/>
              </a:ext>
            </a:extLst>
          </p:cNvPr>
          <p:cNvSpPr/>
          <p:nvPr/>
        </p:nvSpPr>
        <p:spPr>
          <a:xfrm>
            <a:off x="0" y="0"/>
            <a:ext cx="9144000" cy="5147195"/>
          </a:xfrm>
          <a:prstGeom prst="rect">
            <a:avLst/>
          </a:prstGeom>
          <a:solidFill>
            <a:srgbClr val="1009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 sz="135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04EE6B5-5CC0-3753-8355-E41EC10C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794" y="3483864"/>
            <a:ext cx="6428413" cy="845248"/>
          </a:xfrm>
          <a:noFill/>
        </p:spPr>
        <p:txBody>
          <a:bodyPr wrap="square" lIns="324000" tIns="180000" rIns="360000" bIns="108000" anchor="ctr">
            <a:noAutofit/>
          </a:bodyPr>
          <a:lstStyle>
            <a:lvl1pPr algn="ctr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s-I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8D647-5C38-634F-91E6-2342919C3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358" y="1589242"/>
            <a:ext cx="3235283" cy="10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7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734DD-C0D6-B348-9B29-68FF2B489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194884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D81EF-641F-4151-C1D7-C0CD5E877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Jost" pitchFamily="2" charset="77"/>
                <a:ea typeface="Jost" pitchFamily="2" charset="77"/>
              </a:defRPr>
            </a:lvl1pPr>
          </a:lstStyle>
          <a:p>
            <a:fld id="{A8E9934D-2A7E-9946-9099-A18C4AA94E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F2DCB-031B-19E3-0C1D-7E9CE0EEE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1238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Jost" pitchFamily="2" charset="77"/>
                <a:ea typeface="Jost" pitchFamily="2" charset="77"/>
              </a:defRPr>
            </a:lvl1pPr>
          </a:lstStyle>
          <a:p>
            <a:r>
              <a:rPr lang="en-US"/>
              <a:t>25.3.2026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0003EB-A2F8-B4A0-8103-A37C35BF708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59739" y="273843"/>
            <a:ext cx="1784261" cy="627568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8821F879-3978-FB4E-92FA-BCF331805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33905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rgbClr val="10099F"/>
          </a:solidFill>
          <a:latin typeface="Jost Medium" pitchFamily="2" charset="77"/>
          <a:ea typeface="Jost Medium" pitchFamily="2" charset="77"/>
          <a:cs typeface="+mj-cs"/>
        </a:defRPr>
      </a:lvl1pPr>
    </p:titleStyle>
    <p:bodyStyle>
      <a:lvl1pPr marL="256500" indent="-256500" algn="l" defTabSz="685800" rtl="0" eaLnBrk="1" latinLnBrk="0" hangingPunct="1">
        <a:lnSpc>
          <a:spcPct val="100000"/>
        </a:lnSpc>
        <a:spcBef>
          <a:spcPts val="504"/>
        </a:spcBef>
        <a:buFont typeface="Arial" panose="020B0604020202020204" pitchFamily="34" charset="0"/>
        <a:buChar char="•"/>
        <a:defRPr sz="2100" b="0" i="0" kern="1200" baseline="0">
          <a:solidFill>
            <a:schemeClr val="tx1"/>
          </a:solidFill>
          <a:latin typeface="Jost" pitchFamily="2" charset="77"/>
          <a:ea typeface="Jost" pitchFamily="2" charset="77"/>
          <a:cs typeface="+mn-cs"/>
        </a:defRPr>
      </a:lvl1pPr>
      <a:lvl2pPr marL="556200" indent="-213300" algn="l" defTabSz="685800" rtl="0" eaLnBrk="1" latinLnBrk="0" hangingPunct="1">
        <a:lnSpc>
          <a:spcPct val="100000"/>
        </a:lnSpc>
        <a:spcBef>
          <a:spcPts val="432"/>
        </a:spcBef>
        <a:buFont typeface="Apple Symbols" panose="02000000000000000000" pitchFamily="2" charset="-79"/>
        <a:buChar char="⎻"/>
        <a:defRPr sz="1800" b="0" i="0" kern="1200" baseline="0">
          <a:solidFill>
            <a:schemeClr val="tx1"/>
          </a:solidFill>
          <a:latin typeface="Jost" pitchFamily="2" charset="77"/>
          <a:ea typeface="Jost" pitchFamily="2" charset="77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500" b="0" i="0" kern="1200" baseline="0">
          <a:solidFill>
            <a:schemeClr val="tx1"/>
          </a:solidFill>
          <a:latin typeface="Jost" pitchFamily="2" charset="77"/>
          <a:ea typeface="Jost" pitchFamily="2" charset="77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pple Symbols" panose="02000000000000000000" pitchFamily="2" charset="-79"/>
        <a:buChar char="⎻"/>
        <a:defRPr sz="1350" b="0" i="0" kern="1200" baseline="0">
          <a:solidFill>
            <a:schemeClr val="tx1"/>
          </a:solidFill>
          <a:latin typeface="Jost" pitchFamily="2" charset="77"/>
          <a:ea typeface="Jost" pitchFamily="2" charset="77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 baseline="0">
          <a:solidFill>
            <a:schemeClr val="tx1"/>
          </a:solidFill>
          <a:latin typeface="Jost" pitchFamily="2" charset="77"/>
          <a:ea typeface="Jost" pitchFamily="2" charset="77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Jost Medium" pitchFamily="2" charset="77"/>
          <a:ea typeface="Jost Medium" pitchFamily="2" charset="77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Jost Medium" pitchFamily="2" charset="77"/>
          <a:ea typeface="Jost Medium" pitchFamily="2" charset="77"/>
          <a:cs typeface="+mn-cs"/>
        </a:defRPr>
      </a:lvl7pPr>
      <a:lvl8pPr marL="24003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350" b="0" i="0" kern="1200">
          <a:solidFill>
            <a:schemeClr val="tx1"/>
          </a:solidFill>
          <a:latin typeface="Jost Medium" pitchFamily="2" charset="77"/>
          <a:ea typeface="Jost Medium" pitchFamily="2" charset="77"/>
          <a:cs typeface="+mn-cs"/>
        </a:defRPr>
      </a:lvl8pPr>
      <a:lvl9pPr marL="27432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350" b="0" i="0" kern="1200">
          <a:solidFill>
            <a:schemeClr val="tx1"/>
          </a:solidFill>
          <a:latin typeface="Jost Medium" pitchFamily="2" charset="77"/>
          <a:ea typeface="Jost Medium" pitchFamily="2" charset="77"/>
          <a:cs typeface="+mn-cs"/>
        </a:defRPr>
      </a:lvl9pPr>
    </p:bodyStyle>
    <p:otherStyle>
      <a:defPPr>
        <a:defRPr lang="en-I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qlite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hjalmtyr.github.io/SQL1/sumarhus.db" TargetMode="External"/><Relationship Id="rId4" Type="http://schemas.openxmlformats.org/officeDocument/2006/relationships/hyperlink" Target="https://hjalmtyr.github.io/SQL1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qliteonline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qliteonline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qliteonline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hjalmtyr.github.io/SQL1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sqlitebrowser.org/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sqliteonline.com/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qlime.org/" TargetMode="External"/><Relationship Id="rId4" Type="http://schemas.openxmlformats.org/officeDocument/2006/relationships/hyperlink" Target="https://inloop.github.io/sqlite-viewer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kra.is/folk/eg-i-thjodskra/um-kennitolur/kennitolur-an-vartolu/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9856-E0A0-52E6-C971-8CAB4528C4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s-IS"/>
              <a:t>Gagnasöfn og SQL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7EDBF-7646-7B2D-AA87-021104C86A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s-IS"/>
              <a:t>Hjálmtýr Hafsteinsson</a:t>
            </a:r>
          </a:p>
          <a:p>
            <a:r>
              <a:rPr lang="is-IS"/>
              <a:t>Tölvunarfræði HÍ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80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Efni námskeiðs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1800"/>
              </a:spcBef>
            </a:pPr>
            <a:r>
              <a:rPr lang="en-US" altLang="is-IS" sz="3100"/>
              <a:t>Almennt um gagnasafnskerfi</a:t>
            </a:r>
          </a:p>
          <a:p>
            <a:pPr>
              <a:spcBef>
                <a:spcPts val="1800"/>
              </a:spcBef>
            </a:pPr>
            <a:r>
              <a:rPr lang="en-US" altLang="is-IS" sz="3100"/>
              <a:t>SQLite gagnasafnskerfið</a:t>
            </a:r>
          </a:p>
          <a:p>
            <a:pPr>
              <a:spcBef>
                <a:spcPts val="1800"/>
              </a:spcBef>
            </a:pPr>
            <a:r>
              <a:rPr lang="en-US" altLang="is-IS" sz="3100"/>
              <a:t>Einfaldar SQL fyrirspurnir</a:t>
            </a:r>
          </a:p>
          <a:p>
            <a:pPr>
              <a:spcBef>
                <a:spcPts val="1800"/>
              </a:spcBef>
            </a:pPr>
            <a:r>
              <a:rPr lang="en-US" altLang="is-IS" sz="3100"/>
              <a:t>Meðhöndlun gagna</a:t>
            </a:r>
          </a:p>
          <a:p>
            <a:pPr>
              <a:spcBef>
                <a:spcPts val="1800"/>
              </a:spcBef>
            </a:pPr>
            <a:r>
              <a:rPr lang="en-US" altLang="is-IS" sz="3100"/>
              <a:t>Samsöfnun </a:t>
            </a:r>
            <a:r>
              <a:rPr lang="en-US" altLang="is-IS" sz="3100" i="1"/>
              <a:t>(aggregates)</a:t>
            </a:r>
            <a:r>
              <a:rPr lang="en-US" altLang="is-IS" sz="3100"/>
              <a:t>, hópun </a:t>
            </a:r>
            <a:r>
              <a:rPr lang="en-US" altLang="is-IS" sz="3100" i="1"/>
              <a:t>(group by)</a:t>
            </a:r>
          </a:p>
          <a:p>
            <a:pPr>
              <a:spcBef>
                <a:spcPts val="1800"/>
              </a:spcBef>
            </a:pPr>
            <a:r>
              <a:rPr lang="en-US" altLang="is-IS" sz="3100"/>
              <a:t>Töfluskilgreiningar, skorður (</a:t>
            </a:r>
            <a:r>
              <a:rPr lang="en-US" altLang="is-IS" sz="3100" i="1"/>
              <a:t>constraints</a:t>
            </a:r>
            <a:r>
              <a:rPr lang="en-US" altLang="is-IS" sz="3100"/>
              <a:t>)</a:t>
            </a:r>
            <a:endParaRPr lang="en-US" altLang="is-IS" sz="3100" i="1"/>
          </a:p>
          <a:p>
            <a:endParaRPr lang="en-US" altLang="is-I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89FBF-63FD-4C22-AEE2-8794D4F9FA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A1599-C30A-4E40-BD33-A57AE87E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48897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is-IS" sz="3200"/>
              <a:t>Gagnasafnskerfi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is-IS" sz="2400"/>
              <a:t>Gagnasafn er safn gagna á skipulögðu formi</a:t>
            </a:r>
          </a:p>
          <a:p>
            <a:pPr eaLnBrk="1" hangingPunct="1"/>
            <a:r>
              <a:rPr lang="en-US" altLang="is-IS" sz="2400"/>
              <a:t>Gríðarlega útbreidd notkun:</a:t>
            </a:r>
          </a:p>
          <a:p>
            <a:pPr lvl="1" eaLnBrk="1" hangingPunct="1"/>
            <a:r>
              <a:rPr lang="en-US" altLang="is-IS" sz="2000"/>
              <a:t>Fjármálagögn banka</a:t>
            </a:r>
          </a:p>
          <a:p>
            <a:pPr lvl="1" eaLnBrk="1" hangingPunct="1"/>
            <a:r>
              <a:rPr lang="en-US" altLang="is-IS" sz="2000"/>
              <a:t>Birgðabókhald verslana</a:t>
            </a:r>
          </a:p>
          <a:p>
            <a:pPr lvl="1" eaLnBrk="1" hangingPunct="1"/>
            <a:r>
              <a:rPr lang="en-US" altLang="is-IS" sz="2000"/>
              <a:t>Facebook, X, Amazon, ...</a:t>
            </a:r>
          </a:p>
          <a:p>
            <a:pPr lvl="1" eaLnBrk="1" hangingPunct="1"/>
            <a:r>
              <a:rPr lang="en-US" altLang="is-IS" sz="2000"/>
              <a:t>...</a:t>
            </a:r>
          </a:p>
          <a:p>
            <a:pPr eaLnBrk="1" hangingPunct="1"/>
            <a:r>
              <a:rPr lang="en-US" altLang="is-IS" sz="2400"/>
              <a:t>Nær öll vefsetur byggja á gagnasafnskerfum</a:t>
            </a:r>
          </a:p>
          <a:p>
            <a:pPr lvl="1" eaLnBrk="1" hangingPunct="1"/>
            <a:r>
              <a:rPr lang="en-US" altLang="is-IS" sz="2000"/>
              <a:t>Vefsíður "búnar til" upp úr gagnasafni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7A2E4-0E8D-4100-8552-7C8899DC6ED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904BAB-9621-4164-83D7-1E964A86F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40241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Eiginleikar gagnasafnskerfa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Kostir:</a:t>
            </a:r>
          </a:p>
          <a:p>
            <a:pPr lvl="1">
              <a:spcBef>
                <a:spcPts val="300"/>
              </a:spcBef>
            </a:pPr>
            <a:r>
              <a:rPr lang="is-IS" altLang="is-IS" sz="2000" u="sng"/>
              <a:t>Geyma</a:t>
            </a:r>
            <a:r>
              <a:rPr lang="is-IS" altLang="is-IS" sz="2000"/>
              <a:t> gögn á öruggan hátt</a:t>
            </a:r>
          </a:p>
          <a:p>
            <a:pPr lvl="1">
              <a:spcBef>
                <a:spcPts val="300"/>
              </a:spcBef>
            </a:pPr>
            <a:r>
              <a:rPr lang="is-IS" altLang="is-IS" sz="2000"/>
              <a:t>Hraðvirk </a:t>
            </a:r>
            <a:r>
              <a:rPr lang="is-IS" altLang="is-IS" sz="2000" u="sng"/>
              <a:t>leitun</a:t>
            </a:r>
            <a:r>
              <a:rPr lang="is-IS" altLang="is-IS" sz="2000"/>
              <a:t> að gögnum</a:t>
            </a:r>
          </a:p>
          <a:p>
            <a:pPr lvl="1">
              <a:spcBef>
                <a:spcPts val="300"/>
              </a:spcBef>
            </a:pPr>
            <a:r>
              <a:rPr lang="is-IS" altLang="is-IS" sz="2000"/>
              <a:t>Auðvelt að </a:t>
            </a:r>
            <a:r>
              <a:rPr lang="is-IS" altLang="is-IS" sz="2000" u="sng"/>
              <a:t>vinna með</a:t>
            </a:r>
            <a:r>
              <a:rPr lang="is-IS" altLang="is-IS" sz="2000"/>
              <a:t> gögnin</a:t>
            </a:r>
            <a:endParaRPr lang="is-IS" altLang="is-IS" sz="2000" u="sng"/>
          </a:p>
          <a:p>
            <a:pPr lvl="1">
              <a:spcBef>
                <a:spcPts val="300"/>
              </a:spcBef>
            </a:pPr>
            <a:r>
              <a:rPr lang="is-IS" altLang="is-IS" sz="2000"/>
              <a:t>Gögn geymd á skipulögðu formi</a:t>
            </a:r>
          </a:p>
          <a:p>
            <a:r>
              <a:rPr lang="is-IS" altLang="is-IS" sz="2400"/>
              <a:t>Gallar:</a:t>
            </a:r>
          </a:p>
          <a:p>
            <a:pPr lvl="1">
              <a:spcBef>
                <a:spcPts val="300"/>
              </a:spcBef>
            </a:pPr>
            <a:r>
              <a:rPr lang="is-IS" altLang="is-IS" sz="2000"/>
              <a:t>Flókin og dýr hugbúnaður</a:t>
            </a:r>
          </a:p>
          <a:p>
            <a:pPr lvl="1">
              <a:spcBef>
                <a:spcPts val="300"/>
              </a:spcBef>
            </a:pPr>
            <a:r>
              <a:rPr lang="is-IS" altLang="is-IS" sz="2000"/>
              <a:t>Henta ekki fyrir lítið gagnamagn</a:t>
            </a:r>
          </a:p>
          <a:p>
            <a:pPr lvl="1">
              <a:spcBef>
                <a:spcPts val="300"/>
              </a:spcBef>
            </a:pPr>
            <a:r>
              <a:rPr lang="is-IS" altLang="is-IS" sz="2000"/>
              <a:t>Gögn geymd á skipulögðu formi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949F6-B1F1-4A08-80E2-8069B5BCA8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059CA2-A42E-4B20-848B-0ACAB3F8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97196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Venslagagnasöfn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is-IS" sz="2400"/>
                  <a:t>Byggir á stærðfræðihugtakinu </a:t>
                </a:r>
                <a:r>
                  <a:rPr lang="en-US" altLang="is-IS" sz="2400" b="1" u="sng"/>
                  <a:t>vensl</a:t>
                </a:r>
                <a:r>
                  <a:rPr lang="en-US" altLang="is-IS" sz="2400" b="1"/>
                  <a:t> </a:t>
                </a:r>
                <a:r>
                  <a:rPr lang="en-US" altLang="is-IS" sz="2000"/>
                  <a:t>(</a:t>
                </a:r>
                <a:r>
                  <a:rPr lang="en-US" altLang="is-IS" sz="2000" i="1"/>
                  <a:t>relation</a:t>
                </a:r>
                <a:r>
                  <a:rPr lang="en-US" altLang="is-IS" sz="2000"/>
                  <a:t>)</a:t>
                </a:r>
                <a:endParaRPr lang="en-US" altLang="is-IS" sz="2400"/>
              </a:p>
              <a:p>
                <a:pPr lvl="1">
                  <a:buFontTx/>
                  <a:buNone/>
                </a:pPr>
                <a:r>
                  <a:rPr lang="en-US" altLang="is-IS" sz="2000"/>
                  <a:t>		Dæmi um tvístæð </a:t>
                </a:r>
                <a:r>
                  <a:rPr lang="en-US" altLang="is-IS" sz="1600"/>
                  <a:t>(</a:t>
                </a:r>
                <a:r>
                  <a:rPr lang="en-US" altLang="is-IS" sz="1600" i="1"/>
                  <a:t>binary</a:t>
                </a:r>
                <a:r>
                  <a:rPr lang="en-US" altLang="is-IS" sz="1600"/>
                  <a:t>)</a:t>
                </a:r>
                <a:r>
                  <a:rPr lang="en-US" altLang="is-IS" sz="2000"/>
                  <a:t> vensl:</a:t>
                </a:r>
              </a:p>
              <a:p>
                <a:pPr lvl="1">
                  <a:buFontTx/>
                  <a:buNone/>
                </a:pPr>
                <a:r>
                  <a:rPr lang="en-US" altLang="is-IS" sz="2000"/>
                  <a:t>		     {(1, 2),  (1, 3),  (2, 3),  (1, 4),  (2, 4), ... }</a:t>
                </a:r>
              </a:p>
              <a:p>
                <a:pPr lvl="1">
                  <a:spcBef>
                    <a:spcPts val="1350"/>
                  </a:spcBef>
                  <a:buNone/>
                </a:pPr>
                <a:r>
                  <a:rPr lang="en-US" altLang="is-IS" sz="2000"/>
                  <a:t>		Þetta eru venslin: "</a:t>
                </a:r>
                <a14:m>
                  <m:oMath xmlns:m="http://schemas.openxmlformats.org/officeDocument/2006/math">
                    <m:r>
                      <a:rPr lang="en-US" altLang="is-I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is-IS" sz="200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is-IS" sz="20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is-IS" sz="2000"/>
                  <a:t>"</a:t>
                </a:r>
              </a:p>
              <a:p>
                <a:pPr lvl="1">
                  <a:buFontTx/>
                  <a:buNone/>
                </a:pPr>
                <a:endParaRPr lang="en-US" altLang="is-IS" sz="2000"/>
              </a:p>
              <a:p>
                <a:pPr lvl="1">
                  <a:buFontTx/>
                  <a:buNone/>
                </a:pPr>
                <a:r>
                  <a:rPr lang="en-US" altLang="is-IS" sz="2000"/>
                  <a:t>		Annað dæmi:</a:t>
                </a:r>
              </a:p>
              <a:p>
                <a:pPr lvl="1">
                  <a:buFontTx/>
                  <a:buNone/>
                </a:pPr>
                <a:r>
                  <a:rPr lang="en-US" altLang="is-IS" sz="2000"/>
                  <a:t>		    { (Jón, 895-4321), (Gunna, 555-1234), ... }</a:t>
                </a:r>
              </a:p>
              <a:p>
                <a:pPr lvl="1">
                  <a:spcBef>
                    <a:spcPts val="1350"/>
                  </a:spcBef>
                  <a:buNone/>
                </a:pPr>
                <a:r>
                  <a:rPr lang="en-US" altLang="is-IS" sz="2000"/>
                  <a:t>		Þetta eru venslin:  "</a:t>
                </a:r>
                <a:r>
                  <a:rPr lang="en-US" altLang="is-IS" sz="2000" i="1"/>
                  <a:t>x</a:t>
                </a:r>
                <a:r>
                  <a:rPr lang="en-US" altLang="is-IS" sz="2000" b="1"/>
                  <a:t>  hefur símanúmer </a:t>
                </a:r>
                <a:r>
                  <a:rPr lang="en-US" altLang="is-IS" sz="2000" i="1"/>
                  <a:t>y</a:t>
                </a:r>
                <a:r>
                  <a:rPr lang="en-US" altLang="is-IS" sz="2000"/>
                  <a:t>"</a:t>
                </a:r>
                <a:endParaRPr lang="en-US" altLang="is-IS" sz="2000" i="1"/>
              </a:p>
            </p:txBody>
          </p:sp>
        </mc:Choice>
        <mc:Fallback xmlns="">
          <p:sp>
            <p:nvSpPr>
              <p:cNvPr id="1229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0" t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C60C35-96C3-4E95-AD90-E834A49EA16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323DA5-00E3-4C3C-81B1-7F09AC3B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</a:t>
            </a:fld>
            <a:endParaRPr lang="is-IS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69628D7-AB19-2E27-9695-A11A3AFFADE9}"/>
              </a:ext>
            </a:extLst>
          </p:cNvPr>
          <p:cNvSpPr/>
          <p:nvPr/>
        </p:nvSpPr>
        <p:spPr>
          <a:xfrm>
            <a:off x="6350185" y="2351781"/>
            <a:ext cx="1459495" cy="555145"/>
          </a:xfrm>
          <a:prstGeom prst="wedgeRoundRectCallout">
            <a:avLst>
              <a:gd name="adj1" fmla="val -107374"/>
              <a:gd name="adj2" fmla="val -81115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sz="1600">
                <a:solidFill>
                  <a:schemeClr val="accent1"/>
                </a:solidFill>
              </a:rPr>
              <a:t>Hvert stak kallast </a:t>
            </a:r>
            <a:r>
              <a:rPr lang="is-IS" sz="1600" i="1">
                <a:solidFill>
                  <a:schemeClr val="accent1"/>
                </a:solidFill>
              </a:rPr>
              <a:t>tvennd</a:t>
            </a:r>
            <a:endParaRPr lang="en-US" sz="1600" i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19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Grunnmengi </a:t>
            </a:r>
            <a:r>
              <a:rPr lang="is-IS" altLang="is-IS" sz="3200" i="1"/>
              <a:t>(domain)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Hvert stak í tvennd (eða </a:t>
            </a:r>
            <a:r>
              <a:rPr lang="is-IS" altLang="is-IS" sz="2400" i="1"/>
              <a:t>n</a:t>
            </a:r>
            <a:r>
              <a:rPr lang="is-IS" altLang="is-IS" sz="2400"/>
              <a:t>-d) kemur úr mengi</a:t>
            </a:r>
          </a:p>
          <a:p>
            <a:pPr lvl="1">
              <a:spcBef>
                <a:spcPts val="900"/>
              </a:spcBef>
            </a:pPr>
            <a:r>
              <a:rPr lang="is-IS" altLang="is-IS" sz="2000"/>
              <a:t>Í venslunum { (1, 2), (1, 3), ... }</a:t>
            </a:r>
          </a:p>
          <a:p>
            <a:pPr lvl="2"/>
            <a:r>
              <a:rPr lang="is-IS" altLang="is-IS" sz="1600"/>
              <a:t>Bæði stökin koma úr mengi jákvæðra heiltalna</a:t>
            </a:r>
          </a:p>
          <a:p>
            <a:pPr lvl="1">
              <a:spcBef>
                <a:spcPts val="1200"/>
              </a:spcBef>
            </a:pPr>
            <a:r>
              <a:rPr lang="is-IS" altLang="is-IS" sz="2000"/>
              <a:t>Í venslunum { (Jón, </a:t>
            </a:r>
            <a:r>
              <a:rPr lang="en-US" altLang="is-IS" sz="2000"/>
              <a:t>895-4321), ... }</a:t>
            </a:r>
          </a:p>
          <a:p>
            <a:pPr lvl="2"/>
            <a:r>
              <a:rPr lang="en-US" altLang="is-IS" sz="1600"/>
              <a:t>Fyrra stakið úr mengi mannanafn (eða einhverjum hópi)</a:t>
            </a:r>
          </a:p>
          <a:p>
            <a:pPr lvl="2"/>
            <a:r>
              <a:rPr lang="en-US" altLang="is-IS" sz="1600"/>
              <a:t>Seinna stakið úr mengi löglegra símanúmera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Aðeins stök úr menginu geta verið í þessu sæti</a:t>
            </a:r>
            <a:endParaRPr lang="is-IS" altLang="is-IS" sz="2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08E59-7C09-4DC3-B611-FA7818328A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881888-8DAD-448D-A1F0-25BA3F2FE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</a:t>
            </a:fld>
            <a:endParaRPr lang="is-I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0B6B46FC-6163-A737-FC05-488575EA24D2}"/>
              </a:ext>
            </a:extLst>
          </p:cNvPr>
          <p:cNvSpPr/>
          <p:nvPr/>
        </p:nvSpPr>
        <p:spPr>
          <a:xfrm>
            <a:off x="6742947" y="1566256"/>
            <a:ext cx="1689171" cy="555145"/>
          </a:xfrm>
          <a:prstGeom prst="wedgeRoundRectCallout">
            <a:avLst>
              <a:gd name="adj1" fmla="val -80655"/>
              <a:gd name="adj2" fmla="val -6674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sz="1600">
                <a:solidFill>
                  <a:schemeClr val="accent1"/>
                </a:solidFill>
              </a:rPr>
              <a:t>Kallast </a:t>
            </a:r>
            <a:r>
              <a:rPr lang="is-IS" sz="1600" u="sng">
                <a:solidFill>
                  <a:schemeClr val="accent1"/>
                </a:solidFill>
              </a:rPr>
              <a:t>formengi</a:t>
            </a:r>
            <a:r>
              <a:rPr lang="is-IS" sz="1600">
                <a:solidFill>
                  <a:schemeClr val="accent1"/>
                </a:solidFill>
              </a:rPr>
              <a:t> (</a:t>
            </a:r>
            <a:r>
              <a:rPr lang="is-IS" sz="1600" i="1">
                <a:solidFill>
                  <a:schemeClr val="accent1"/>
                </a:solidFill>
              </a:rPr>
              <a:t>domain</a:t>
            </a:r>
            <a:r>
              <a:rPr lang="is-IS" sz="1600">
                <a:solidFill>
                  <a:schemeClr val="accent1"/>
                </a:solidFill>
              </a:rPr>
              <a:t>) staksins</a:t>
            </a:r>
            <a:endParaRPr lang="en-US" sz="1600" i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27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Töflur og vensl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Vensl eru oft táknuð sem töflur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52B88-4286-49D1-9887-EDF686424C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47EC72-942B-4CA5-BA33-6DC5B45A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</a:t>
            </a:fld>
            <a:endParaRPr lang="is-IS"/>
          </a:p>
        </p:txBody>
      </p:sp>
      <p:sp>
        <p:nvSpPr>
          <p:cNvPr id="44" name="TextBox 43"/>
          <p:cNvSpPr txBox="1"/>
          <p:nvPr/>
        </p:nvSpPr>
        <p:spPr>
          <a:xfrm>
            <a:off x="3043029" y="4310533"/>
            <a:ext cx="2522161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>
                <a:solidFill>
                  <a:schemeClr val="accent1"/>
                </a:solidFill>
              </a:rPr>
              <a:t>Ath:  Taflan er </a:t>
            </a:r>
            <a:r>
              <a:rPr lang="en-US" b="1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</a:rPr>
              <a:t>mengi</a:t>
            </a:r>
            <a:r>
              <a:rPr lang="en-US">
                <a:solidFill>
                  <a:schemeClr val="accent1"/>
                </a:solidFill>
              </a:rPr>
              <a:t> lína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5F0097-3295-BD8F-556A-DDF7A76955B4}"/>
              </a:ext>
            </a:extLst>
          </p:cNvPr>
          <p:cNvGrpSpPr/>
          <p:nvPr/>
        </p:nvGrpSpPr>
        <p:grpSpPr>
          <a:xfrm>
            <a:off x="3071813" y="2608566"/>
            <a:ext cx="2464594" cy="1396842"/>
            <a:chOff x="3071813" y="2608566"/>
            <a:chExt cx="2464594" cy="1396842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71813" y="2983614"/>
              <a:ext cx="24645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3554016" y="3251504"/>
              <a:ext cx="12858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90" name="TextBox 10"/>
            <p:cNvSpPr txBox="1">
              <a:spLocks noChangeArrowheads="1"/>
            </p:cNvSpPr>
            <p:nvPr/>
          </p:nvSpPr>
          <p:spPr bwMode="auto">
            <a:xfrm>
              <a:off x="3364707" y="3037191"/>
              <a:ext cx="5565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Jón</a:t>
              </a:r>
              <a:endParaRPr lang="is-IS" altLang="is-IS" sz="1800"/>
            </a:p>
          </p:txBody>
        </p:sp>
        <p:sp>
          <p:nvSpPr>
            <p:cNvPr id="16391" name="TextBox 11"/>
            <p:cNvSpPr txBox="1">
              <a:spLocks noChangeArrowheads="1"/>
            </p:cNvSpPr>
            <p:nvPr/>
          </p:nvSpPr>
          <p:spPr bwMode="auto">
            <a:xfrm>
              <a:off x="4304110" y="3037191"/>
              <a:ext cx="1159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895-4321</a:t>
              </a:r>
              <a:endParaRPr lang="is-IS" altLang="is-IS" sz="1800"/>
            </a:p>
          </p:txBody>
        </p:sp>
        <p:sp>
          <p:nvSpPr>
            <p:cNvPr id="16392" name="TextBox 12"/>
            <p:cNvSpPr txBox="1">
              <a:spLocks noChangeArrowheads="1"/>
            </p:cNvSpPr>
            <p:nvPr/>
          </p:nvSpPr>
          <p:spPr bwMode="auto">
            <a:xfrm>
              <a:off x="3257551" y="3333657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Gunna</a:t>
              </a:r>
              <a:endParaRPr lang="is-IS" altLang="is-IS" sz="1800"/>
            </a:p>
          </p:txBody>
        </p:sp>
        <p:sp>
          <p:nvSpPr>
            <p:cNvPr id="16393" name="TextBox 13"/>
            <p:cNvSpPr txBox="1">
              <a:spLocks noChangeArrowheads="1"/>
            </p:cNvSpPr>
            <p:nvPr/>
          </p:nvSpPr>
          <p:spPr bwMode="auto">
            <a:xfrm>
              <a:off x="4304110" y="3333657"/>
              <a:ext cx="1159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555-1234</a:t>
              </a:r>
              <a:endParaRPr lang="is-IS" altLang="is-IS" sz="1800"/>
            </a:p>
          </p:txBody>
        </p:sp>
        <p:sp>
          <p:nvSpPr>
            <p:cNvPr id="16394" name="TextBox 19"/>
            <p:cNvSpPr txBox="1">
              <a:spLocks noChangeArrowheads="1"/>
            </p:cNvSpPr>
            <p:nvPr/>
          </p:nvSpPr>
          <p:spPr bwMode="auto">
            <a:xfrm>
              <a:off x="3302794" y="2637141"/>
              <a:ext cx="67197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Nafn</a:t>
              </a:r>
              <a:endParaRPr lang="is-IS" altLang="is-IS" sz="1800"/>
            </a:p>
          </p:txBody>
        </p:sp>
        <p:sp>
          <p:nvSpPr>
            <p:cNvPr id="16395" name="TextBox 20"/>
            <p:cNvSpPr txBox="1">
              <a:spLocks noChangeArrowheads="1"/>
            </p:cNvSpPr>
            <p:nvPr/>
          </p:nvSpPr>
          <p:spPr bwMode="auto">
            <a:xfrm>
              <a:off x="4535092" y="2637141"/>
              <a:ext cx="6463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Sími</a:t>
              </a:r>
              <a:endParaRPr lang="is-IS" altLang="is-IS" sz="1800"/>
            </a:p>
          </p:txBody>
        </p:sp>
        <p:cxnSp>
          <p:nvCxnSpPr>
            <p:cNvPr id="22" name="Straight Connector 21"/>
            <p:cNvCxnSpPr/>
            <p:nvPr/>
          </p:nvCxnSpPr>
          <p:spPr>
            <a:xfrm rot="5400000">
              <a:off x="2428875" y="3251504"/>
              <a:ext cx="12858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4893469" y="3251504"/>
              <a:ext cx="12858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071813" y="2608566"/>
              <a:ext cx="24645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07" name="TextBox 25"/>
            <p:cNvSpPr txBox="1">
              <a:spLocks noChangeArrowheads="1"/>
            </p:cNvSpPr>
            <p:nvPr/>
          </p:nvSpPr>
          <p:spPr bwMode="auto">
            <a:xfrm>
              <a:off x="3545681" y="3636076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⁞</a:t>
              </a:r>
              <a:endParaRPr lang="is-IS" altLang="is-IS" sz="1800"/>
            </a:p>
          </p:txBody>
        </p:sp>
        <p:sp>
          <p:nvSpPr>
            <p:cNvPr id="16408" name="TextBox 27"/>
            <p:cNvSpPr txBox="1">
              <a:spLocks noChangeArrowheads="1"/>
            </p:cNvSpPr>
            <p:nvPr/>
          </p:nvSpPr>
          <p:spPr bwMode="auto">
            <a:xfrm>
              <a:off x="4693444" y="3636076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/>
                <a:t>⁞</a:t>
              </a:r>
              <a:endParaRPr lang="is-IS" altLang="is-IS" sz="1800"/>
            </a:p>
          </p:txBody>
        </p: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7C91359-280D-BE7D-1359-291E2FD6BE2F}"/>
              </a:ext>
            </a:extLst>
          </p:cNvPr>
          <p:cNvSpPr/>
          <p:nvPr/>
        </p:nvSpPr>
        <p:spPr>
          <a:xfrm>
            <a:off x="6130583" y="3271747"/>
            <a:ext cx="807427" cy="282273"/>
          </a:xfrm>
          <a:prstGeom prst="wedgeRoundRectCallout">
            <a:avLst>
              <a:gd name="adj1" fmla="val -124602"/>
              <a:gd name="adj2" fmla="val -68255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Lína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3539DF5B-63E8-0D7F-A267-A646E45E7655}"/>
              </a:ext>
            </a:extLst>
          </p:cNvPr>
          <p:cNvSpPr/>
          <p:nvPr/>
        </p:nvSpPr>
        <p:spPr>
          <a:xfrm>
            <a:off x="5051419" y="1923167"/>
            <a:ext cx="807427" cy="282273"/>
          </a:xfrm>
          <a:prstGeom prst="wedgeRoundRectCallout">
            <a:avLst>
              <a:gd name="adj1" fmla="val -61444"/>
              <a:gd name="adj2" fmla="val 18300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Dálkur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5B2F7C-CFEB-4532-9420-00C9832CE696}"/>
              </a:ext>
            </a:extLst>
          </p:cNvPr>
          <p:cNvGrpSpPr/>
          <p:nvPr/>
        </p:nvGrpSpPr>
        <p:grpSpPr>
          <a:xfrm>
            <a:off x="727584" y="2452002"/>
            <a:ext cx="3279438" cy="757233"/>
            <a:chOff x="703204" y="2443190"/>
            <a:chExt cx="3279438" cy="757233"/>
          </a:xfrm>
        </p:grpSpPr>
        <p:sp>
          <p:nvSpPr>
            <p:cNvPr id="36" name="Oval 35"/>
            <p:cNvSpPr/>
            <p:nvPr/>
          </p:nvSpPr>
          <p:spPr>
            <a:xfrm>
              <a:off x="3232548" y="2662145"/>
              <a:ext cx="750094" cy="321469"/>
            </a:xfrm>
            <a:prstGeom prst="ellipse">
              <a:avLst/>
            </a:prstGeom>
            <a:noFill/>
            <a:ln w="127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is-IS" sz="1350">
                <a:solidFill>
                  <a:srgbClr val="FFFFFF"/>
                </a:solidFill>
              </a:endParaRPr>
            </a:p>
          </p:txBody>
        </p:sp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2DAE4484-96EE-ED85-450D-DF439F9D7C71}"/>
                </a:ext>
              </a:extLst>
            </p:cNvPr>
            <p:cNvSpPr/>
            <p:nvPr/>
          </p:nvSpPr>
          <p:spPr>
            <a:xfrm>
              <a:off x="703204" y="2443190"/>
              <a:ext cx="1399289" cy="757233"/>
            </a:xfrm>
            <a:prstGeom prst="wedgeRoundRectCallout">
              <a:avLst>
                <a:gd name="adj1" fmla="val 129714"/>
                <a:gd name="adj2" fmla="val -5255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1600">
                  <a:solidFill>
                    <a:schemeClr val="accent1"/>
                  </a:solidFill>
                </a:rPr>
                <a:t>Nafn mengis sem þessi stök koma úr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765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44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Hönnun gagnasafna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Gögn eru annað hvort </a:t>
            </a:r>
            <a:r>
              <a:rPr lang="en-US" altLang="is-IS" sz="2400" u="sng"/>
              <a:t>upplýsingar um hlut</a:t>
            </a:r>
            <a:r>
              <a:rPr lang="en-US" altLang="is-IS" sz="2400"/>
              <a:t> eða </a:t>
            </a:r>
            <a:r>
              <a:rPr lang="en-US" altLang="is-IS" sz="2400" u="sng"/>
              <a:t>upplýsingar um tengingar hluta</a:t>
            </a:r>
            <a:endParaRPr lang="en-US" altLang="is-IS" sz="2400"/>
          </a:p>
          <a:p>
            <a:pPr lvl="1"/>
            <a:r>
              <a:rPr lang="en-US" altLang="is-IS" sz="2000"/>
              <a:t>Hvorutveggja geymt sem vensl (töflur)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DC461-BC06-462B-960F-E06E8D5C5BF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F659F1-57D4-41C6-A476-A754F42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</a:t>
            </a:fld>
            <a:endParaRPr lang="is-I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7FF390-9191-141B-2051-5C2B598405C6}"/>
              </a:ext>
            </a:extLst>
          </p:cNvPr>
          <p:cNvGrpSpPr/>
          <p:nvPr/>
        </p:nvGrpSpPr>
        <p:grpSpPr>
          <a:xfrm>
            <a:off x="1386349" y="3066249"/>
            <a:ext cx="1755684" cy="1079358"/>
            <a:chOff x="1386349" y="3066249"/>
            <a:chExt cx="1755684" cy="1079358"/>
          </a:xfrm>
        </p:grpSpPr>
        <p:sp>
          <p:nvSpPr>
            <p:cNvPr id="10" name="TextBox 9"/>
            <p:cNvSpPr txBox="1"/>
            <p:nvPr/>
          </p:nvSpPr>
          <p:spPr>
            <a:xfrm>
              <a:off x="1386349" y="3066249"/>
              <a:ext cx="1755684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sz="2400"/>
                <a:t>Félagsmenn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462111" y="3560832"/>
              <a:ext cx="1607344" cy="5847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0">
                  <a:solidFill>
                    <a:schemeClr val="bg2">
                      <a:lumMod val="25000"/>
                    </a:schemeClr>
                  </a:solidFill>
                </a:rPr>
                <a:t>Kennitala, nafn, sími, stig, ...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FF87FBE-0730-D7B5-D1A7-475C2D82B2FC}"/>
              </a:ext>
            </a:extLst>
          </p:cNvPr>
          <p:cNvGrpSpPr/>
          <p:nvPr/>
        </p:nvGrpSpPr>
        <p:grpSpPr>
          <a:xfrm>
            <a:off x="5866524" y="3066249"/>
            <a:ext cx="1662992" cy="1086392"/>
            <a:chOff x="5866524" y="3066249"/>
            <a:chExt cx="1662992" cy="1086392"/>
          </a:xfrm>
        </p:grpSpPr>
        <p:sp>
          <p:nvSpPr>
            <p:cNvPr id="18436" name="TextBox 7"/>
            <p:cNvSpPr txBox="1">
              <a:spLocks noChangeArrowheads="1"/>
            </p:cNvSpPr>
            <p:nvPr/>
          </p:nvSpPr>
          <p:spPr bwMode="auto">
            <a:xfrm>
              <a:off x="5881155" y="3066249"/>
              <a:ext cx="1473400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2400">
                  <a:solidFill>
                    <a:schemeClr val="tx1"/>
                  </a:solidFill>
                  <a:latin typeface="+mn-lt"/>
                </a:rPr>
                <a:t>Sumarhús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866524" y="3567866"/>
              <a:ext cx="1662992" cy="5847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sz="1600">
                  <a:solidFill>
                    <a:schemeClr val="bg2">
                      <a:lumMod val="25000"/>
                    </a:schemeClr>
                  </a:solidFill>
                </a:rPr>
                <a:t>Auðkenni, staður</a:t>
              </a:r>
              <a:r>
                <a:rPr lang="en-US" sz="1400">
                  <a:solidFill>
                    <a:schemeClr val="bg2">
                      <a:lumMod val="25000"/>
                    </a:schemeClr>
                  </a:solidFill>
                </a:rPr>
                <a:t>,</a:t>
              </a:r>
              <a:r>
                <a:rPr lang="en-US" sz="1600">
                  <a:solidFill>
                    <a:schemeClr val="bg2">
                      <a:lumMod val="25000"/>
                    </a:schemeClr>
                  </a:solidFill>
                </a:rPr>
                <a:t> stærð, lýsing, ...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D4B62D-E0E8-14A3-39E4-F99BDE2B95C1}"/>
              </a:ext>
            </a:extLst>
          </p:cNvPr>
          <p:cNvGrpSpPr/>
          <p:nvPr/>
        </p:nvGrpSpPr>
        <p:grpSpPr>
          <a:xfrm>
            <a:off x="3142033" y="3265694"/>
            <a:ext cx="2739122" cy="1298244"/>
            <a:chOff x="3142033" y="3265694"/>
            <a:chExt cx="2739122" cy="1298244"/>
          </a:xfrm>
        </p:grpSpPr>
        <p:sp>
          <p:nvSpPr>
            <p:cNvPr id="11" name="TextBox 10"/>
            <p:cNvSpPr txBox="1"/>
            <p:nvPr/>
          </p:nvSpPr>
          <p:spPr>
            <a:xfrm>
              <a:off x="4059499" y="3265694"/>
              <a:ext cx="876774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sz="2400"/>
                <a:t>Leiga</a:t>
              </a:r>
            </a:p>
          </p:txBody>
        </p:sp>
        <p:cxnSp>
          <p:nvCxnSpPr>
            <p:cNvPr id="30" name="Curved Connector 29"/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3142033" y="3297082"/>
              <a:ext cx="917466" cy="199445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3399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urved Connector 33"/>
            <p:cNvCxnSpPr>
              <a:cxnSpLocks/>
              <a:stCxn id="11" idx="3"/>
              <a:endCxn id="18436" idx="1"/>
            </p:cNvCxnSpPr>
            <p:nvPr/>
          </p:nvCxnSpPr>
          <p:spPr>
            <a:xfrm flipV="1">
              <a:off x="4936273" y="3297082"/>
              <a:ext cx="944882" cy="199445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898764" y="3732941"/>
              <a:ext cx="1473975" cy="8309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sz="1600">
                  <a:solidFill>
                    <a:schemeClr val="bg2">
                      <a:lumMod val="25000"/>
                    </a:schemeClr>
                  </a:solidFill>
                </a:rPr>
                <a:t>Félagsmaður, sumarhús, dagsetning, ...</a:t>
              </a:r>
            </a:p>
          </p:txBody>
        </p: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81F0877-E1F1-5ABA-EBBA-B4D07E69FEA8}"/>
              </a:ext>
            </a:extLst>
          </p:cNvPr>
          <p:cNvSpPr/>
          <p:nvPr/>
        </p:nvSpPr>
        <p:spPr>
          <a:xfrm>
            <a:off x="7129096" y="2574043"/>
            <a:ext cx="807427" cy="282273"/>
          </a:xfrm>
          <a:prstGeom prst="wedgeRoundRectCallout">
            <a:avLst>
              <a:gd name="adj1" fmla="val -75963"/>
              <a:gd name="adj2" fmla="val 11240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Hlutur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F36EDC40-259C-9F09-7C05-A6B7880DC9CD}"/>
              </a:ext>
            </a:extLst>
          </p:cNvPr>
          <p:cNvSpPr/>
          <p:nvPr/>
        </p:nvSpPr>
        <p:spPr>
          <a:xfrm>
            <a:off x="803031" y="2522301"/>
            <a:ext cx="770044" cy="282273"/>
          </a:xfrm>
          <a:prstGeom prst="wedgeRoundRectCallout">
            <a:avLst>
              <a:gd name="adj1" fmla="val 68747"/>
              <a:gd name="adj2" fmla="val 12901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Hlutur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0322FF6-E9CD-9ACB-5202-10E4DFF7D054}"/>
              </a:ext>
            </a:extLst>
          </p:cNvPr>
          <p:cNvSpPr/>
          <p:nvPr/>
        </p:nvSpPr>
        <p:spPr>
          <a:xfrm>
            <a:off x="4866081" y="2379785"/>
            <a:ext cx="1085266" cy="538769"/>
          </a:xfrm>
          <a:prstGeom prst="wedgeRoundRectCallout">
            <a:avLst>
              <a:gd name="adj1" fmla="val -63001"/>
              <a:gd name="adj2" fmla="val 10492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Tenging milli hluta</a:t>
            </a:r>
          </a:p>
        </p:txBody>
      </p:sp>
    </p:spTree>
    <p:extLst>
      <p:ext uri="{BB962C8B-B14F-4D97-AF65-F5344CB8AC3E}">
        <p14:creationId xmlns:p14="http://schemas.microsoft.com/office/powerpoint/2010/main" val="269543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Kostir venslalíkansins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is-IS" altLang="is-IS" sz="2400"/>
              <a:t>Einfalt gagnsætt líkan</a:t>
            </a:r>
          </a:p>
          <a:p>
            <a:pPr lvl="1">
              <a:spcBef>
                <a:spcPts val="0"/>
              </a:spcBef>
            </a:pPr>
            <a:r>
              <a:rPr lang="is-IS" altLang="is-IS" sz="2000"/>
              <a:t>Allt er töflur!</a:t>
            </a:r>
          </a:p>
          <a:p>
            <a:pPr>
              <a:spcBef>
                <a:spcPts val="900"/>
              </a:spcBef>
            </a:pPr>
            <a:r>
              <a:rPr lang="is-IS" altLang="is-IS" sz="2400"/>
              <a:t>Traustar stærðfræðilegar undirstöður</a:t>
            </a:r>
          </a:p>
          <a:p>
            <a:pPr lvl="1">
              <a:spcBef>
                <a:spcPts val="0"/>
              </a:spcBef>
            </a:pPr>
            <a:r>
              <a:rPr lang="is-IS" altLang="is-IS" sz="2000"/>
              <a:t>Venslareikningur, mengi</a:t>
            </a:r>
          </a:p>
          <a:p>
            <a:pPr>
              <a:spcBef>
                <a:spcPts val="900"/>
              </a:spcBef>
            </a:pPr>
            <a:r>
              <a:rPr lang="is-IS" altLang="is-IS" sz="2400"/>
              <a:t>Passar oftast vel við raunveruleg gögn</a:t>
            </a:r>
          </a:p>
          <a:p>
            <a:pPr>
              <a:spcBef>
                <a:spcPts val="900"/>
              </a:spcBef>
            </a:pPr>
            <a:r>
              <a:rPr lang="is-IS" altLang="is-IS" sz="2400"/>
              <a:t>Hraðvirkar útfærslur</a:t>
            </a:r>
          </a:p>
          <a:p>
            <a:pPr lvl="1">
              <a:spcBef>
                <a:spcPts val="0"/>
              </a:spcBef>
            </a:pPr>
            <a:r>
              <a:rPr lang="is-IS" altLang="is-IS" sz="2000"/>
              <a:t>Nær öll gagnasafnskerfi í dag</a:t>
            </a:r>
            <a:endParaRPr lang="is-IS" altLang="is-IS" sz="2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0C07D-EBB8-4F09-B88F-ACCC7D7EBAE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E3B16-7FF4-4E6E-B5DD-910A652F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9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94615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SQLite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800"/>
              <a:t>Frítt einfalt venslagagnasafnskerfi</a:t>
            </a:r>
          </a:p>
          <a:p>
            <a:pPr lvl="1"/>
            <a:r>
              <a:rPr lang="en-US" altLang="is-IS" sz="2400"/>
              <a:t>Hefur nær allar SQL skipanir</a:t>
            </a:r>
          </a:p>
          <a:p>
            <a:pPr lvl="1"/>
            <a:r>
              <a:rPr lang="en-US" altLang="is-IS" sz="2400"/>
              <a:t>Mjög auðvelt í uppsetningu</a:t>
            </a:r>
          </a:p>
          <a:p>
            <a:pPr lvl="1"/>
            <a:r>
              <a:rPr lang="en-US" altLang="is-IS" sz="2400"/>
              <a:t>Innan við 1MB að stærð!</a:t>
            </a:r>
          </a:p>
          <a:p>
            <a:pPr>
              <a:spcBef>
                <a:spcPts val="900"/>
              </a:spcBef>
            </a:pPr>
            <a:r>
              <a:rPr lang="en-US" altLang="is-IS" sz="2800"/>
              <a:t>Notað mjög víða</a:t>
            </a:r>
          </a:p>
          <a:p>
            <a:pPr lvl="1"/>
            <a:r>
              <a:rPr lang="en-US" altLang="is-IS" sz="2400"/>
              <a:t>Innbyggt í Chrome, Firefox, iPhone iOS, Android, Photoshop, iTunes, ...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84555-F4CE-4168-B7E6-BAAAC9298D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EDDD9C-DE81-4501-AE5D-242C2AAE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10</a:t>
            </a:fld>
            <a:endParaRPr lang="is-IS"/>
          </a:p>
        </p:txBody>
      </p:sp>
      <p:pic>
        <p:nvPicPr>
          <p:cNvPr id="22532" name="Picture 9" descr="SQLite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991" y="322721"/>
            <a:ext cx="1336442" cy="61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23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SQLite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63214" y="1050823"/>
            <a:ext cx="7930845" cy="3740753"/>
          </a:xfrm>
        </p:spPr>
        <p:txBody>
          <a:bodyPr>
            <a:normAutofit fontScale="92500" lnSpcReduction="10000"/>
          </a:bodyPr>
          <a:lstStyle/>
          <a:p>
            <a:r>
              <a:rPr lang="is-IS" altLang="is-IS" sz="2600"/>
              <a:t>Heimasíða þess:</a:t>
            </a:r>
          </a:p>
          <a:p>
            <a:pPr lvl="1">
              <a:buFontTx/>
              <a:buNone/>
            </a:pPr>
            <a:r>
              <a:rPr lang="is-IS" altLang="is-IS" sz="2200"/>
              <a:t>	</a:t>
            </a:r>
            <a:r>
              <a:rPr lang="is-IS" altLang="is-IS" sz="2200">
                <a:solidFill>
                  <a:srgbClr val="7030A0"/>
                </a:solidFill>
                <a:hlinkClick r:id="rId3"/>
              </a:rPr>
              <a:t>http://www.sqlite.org</a:t>
            </a:r>
            <a:endParaRPr lang="is-IS" altLang="is-IS" sz="2200">
              <a:solidFill>
                <a:srgbClr val="7030A0"/>
              </a:solidFill>
            </a:endParaRPr>
          </a:p>
          <a:p>
            <a:pPr>
              <a:spcBef>
                <a:spcPts val="2400"/>
              </a:spcBef>
            </a:pPr>
            <a:r>
              <a:rPr lang="is-IS" altLang="is-IS" sz="2600"/>
              <a:t>Náið í SQLite og sýnisgagnasafn:  </a:t>
            </a:r>
            <a:r>
              <a:rPr lang="is-IS" altLang="is-IS" sz="2200">
                <a:solidFill>
                  <a:schemeClr val="accent2"/>
                </a:solidFill>
                <a:hlinkClick r:id="rId4"/>
              </a:rPr>
              <a:t>https://hjalmtyr.github.io/SQL1/</a:t>
            </a:r>
            <a:endParaRPr lang="is-IS" altLang="is-IS" sz="2200">
              <a:solidFill>
                <a:schemeClr val="accent2"/>
              </a:solidFill>
            </a:endParaRPr>
          </a:p>
          <a:p>
            <a:pPr lvl="1">
              <a:spcAft>
                <a:spcPts val="600"/>
              </a:spcAft>
            </a:pPr>
            <a:r>
              <a:rPr lang="is-IS" altLang="is-IS" sz="2200"/>
              <a:t>Gagnasafnsskráin </a:t>
            </a:r>
            <a:r>
              <a:rPr lang="is-IS" altLang="is-IS" sz="2200">
                <a:hlinkClick r:id="rId5"/>
              </a:rPr>
              <a:t>sumarhus.db</a:t>
            </a:r>
            <a:r>
              <a:rPr lang="is-IS" altLang="is-IS" sz="2200"/>
              <a:t>:</a:t>
            </a:r>
          </a:p>
          <a:p>
            <a:pPr lvl="2">
              <a:lnSpc>
                <a:spcPct val="110000"/>
              </a:lnSpc>
              <a:spcBef>
                <a:spcPts val="450"/>
              </a:spcBef>
              <a:buNone/>
              <a:tabLst>
                <a:tab pos="2513013" algn="l"/>
              </a:tabLst>
            </a:pPr>
            <a:r>
              <a:rPr lang="is-IS" altLang="is-IS" sz="1900" b="1">
                <a:latin typeface="Courier New" panose="02070309020205020404" pitchFamily="49" charset="0"/>
                <a:cs typeface="Courier New" panose="02070309020205020404" pitchFamily="49" charset="0"/>
              </a:rPr>
              <a:t>	felagar</a:t>
            </a:r>
            <a:r>
              <a:rPr lang="is-IS" altLang="is-IS" sz="1900"/>
              <a:t>	upplýsingar um félagsmenn</a:t>
            </a:r>
          </a:p>
          <a:p>
            <a:pPr lvl="2">
              <a:lnSpc>
                <a:spcPct val="110000"/>
              </a:lnSpc>
              <a:spcBef>
                <a:spcPct val="0"/>
              </a:spcBef>
              <a:buFontTx/>
              <a:buNone/>
              <a:tabLst>
                <a:tab pos="2513013" algn="l"/>
              </a:tabLst>
            </a:pPr>
            <a:r>
              <a:rPr lang="is-IS" altLang="is-IS" sz="1900" b="1">
                <a:latin typeface="Courier New" panose="02070309020205020404" pitchFamily="49" charset="0"/>
                <a:cs typeface="Courier New" panose="02070309020205020404" pitchFamily="49" charset="0"/>
              </a:rPr>
              <a:t>	sumarhus</a:t>
            </a:r>
            <a:r>
              <a:rPr lang="is-IS" altLang="is-IS" sz="1900"/>
              <a:t>	upplýsingar um sumarhús</a:t>
            </a:r>
          </a:p>
          <a:p>
            <a:pPr lvl="2">
              <a:lnSpc>
                <a:spcPct val="110000"/>
              </a:lnSpc>
              <a:spcBef>
                <a:spcPct val="0"/>
              </a:spcBef>
              <a:buFontTx/>
              <a:buNone/>
              <a:tabLst>
                <a:tab pos="2513013" algn="l"/>
              </a:tabLst>
            </a:pPr>
            <a:r>
              <a:rPr lang="is-IS" altLang="is-IS" sz="1900" b="1">
                <a:latin typeface="Courier New" panose="02070309020205020404" pitchFamily="49" charset="0"/>
                <a:cs typeface="Courier New" panose="02070309020205020404" pitchFamily="49" charset="0"/>
              </a:rPr>
              <a:t>	leigur</a:t>
            </a:r>
            <a:r>
              <a:rPr lang="is-IS" altLang="is-IS" sz="1900"/>
              <a:t>	upplýsingar um leigur</a:t>
            </a:r>
            <a:endParaRPr lang="is-IS" altLang="is-I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10F37-6215-4272-A2F4-672975A874D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2F6849-FEF4-45CB-9AE6-16238C08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11</a:t>
            </a:fld>
            <a:endParaRPr lang="is-I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3D75F275-5685-4DEE-BEEA-BD4DD3F5BA15}"/>
              </a:ext>
            </a:extLst>
          </p:cNvPr>
          <p:cNvSpPr/>
          <p:nvPr/>
        </p:nvSpPr>
        <p:spPr>
          <a:xfrm>
            <a:off x="6248829" y="3332588"/>
            <a:ext cx="2205875" cy="538770"/>
          </a:xfrm>
          <a:prstGeom prst="wedgeRoundRectCallout">
            <a:avLst>
              <a:gd name="adj1" fmla="val -73892"/>
              <a:gd name="adj2" fmla="val -41326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Töflur með upplýsingum um útleigu á sumarhúsum</a:t>
            </a:r>
          </a:p>
        </p:txBody>
      </p:sp>
    </p:spTree>
    <p:extLst>
      <p:ext uri="{BB962C8B-B14F-4D97-AF65-F5344CB8AC3E}">
        <p14:creationId xmlns:p14="http://schemas.microsoft.com/office/powerpoint/2010/main" val="59115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SQLite skipanaskel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Við munum nota SQLite mest í gegnum skipanaskel</a:t>
            </a:r>
          </a:p>
          <a:p>
            <a:pPr lvl="1"/>
            <a:r>
              <a:rPr lang="is-IS" altLang="is-IS" sz="2000"/>
              <a:t>Leyfir okkur að einbeita okkur að SQL</a:t>
            </a:r>
          </a:p>
          <a:p>
            <a:pPr lvl="1"/>
            <a:r>
              <a:rPr lang="is-IS" altLang="is-IS" sz="2000"/>
              <a:t>Öll stærri gagnasafnskerfi hafa þannig viðmót</a:t>
            </a:r>
          </a:p>
          <a:p>
            <a:pPr lvl="1"/>
            <a:r>
              <a:rPr lang="is-IS" altLang="is-IS" sz="2000"/>
              <a:t>Allir "alvöru" notendur gagnasafnskerfa nota skipanalínuviðmót!</a:t>
            </a:r>
          </a:p>
          <a:p>
            <a:pPr>
              <a:spcBef>
                <a:spcPts val="1800"/>
              </a:spcBef>
            </a:pPr>
            <a:r>
              <a:rPr lang="is-IS" altLang="is-IS" sz="2400"/>
              <a:t>Það eru til grafísk viðmót </a:t>
            </a:r>
            <a:r>
              <a:rPr lang="is-IS" altLang="is-IS" sz="2400" i="1"/>
              <a:t>(GUI) </a:t>
            </a:r>
            <a:r>
              <a:rPr lang="is-IS" altLang="is-IS" sz="2400"/>
              <a:t>fyrir SQLite</a:t>
            </a:r>
          </a:p>
          <a:p>
            <a:pPr lvl="1"/>
            <a:r>
              <a:rPr lang="is-IS" altLang="is-IS" sz="2000"/>
              <a:t>Listi af þeim er á heimasíðu námskeiðs</a:t>
            </a:r>
          </a:p>
          <a:p>
            <a:pPr lvl="1"/>
            <a:r>
              <a:rPr lang="is-IS" altLang="is-IS" sz="2000"/>
              <a:t>Þau gefa betri yfirsýn yfir gagnasafn með mörgum töflum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2EBBD-8647-4782-9903-724D7874AF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2AE0E1-FD07-46D0-AB7C-D6BDB5CA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12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15945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Verkefni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is-IS" sz="2400"/>
              <a:t>Ná í SQLite og sýnisgagnasafn</a:t>
            </a:r>
          </a:p>
          <a:p>
            <a:pPr lvl="1"/>
            <a:r>
              <a:rPr lang="en-US" altLang="is-IS" sz="2000"/>
              <a:t>Windows: tvær skrá − MacOS:  aðeins gagnasafnsskrá</a:t>
            </a:r>
          </a:p>
          <a:p>
            <a:pPr lvl="1"/>
            <a:r>
              <a:rPr lang="en-US" altLang="is-IS" sz="2000"/>
              <a:t>Vista í nýju skráarsafni (t.d. 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D:\SQL</a:t>
            </a:r>
            <a:r>
              <a:rPr lang="en-US" altLang="is-IS" sz="2000"/>
              <a:t>)</a:t>
            </a:r>
          </a:p>
          <a:p>
            <a:pPr>
              <a:spcBef>
                <a:spcPts val="900"/>
              </a:spcBef>
            </a:pPr>
            <a:r>
              <a:rPr lang="en-US" altLang="is-IS" sz="2400"/>
              <a:t>Keyra 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sqlite3.exe </a:t>
            </a:r>
            <a:r>
              <a:rPr lang="en-US" altLang="is-IS" sz="1800"/>
              <a:t>(eða</a:t>
            </a:r>
            <a:r>
              <a:rPr lang="en-U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en-US" altLang="is-IS" sz="1800"/>
              <a:t>)</a:t>
            </a:r>
            <a:endParaRPr lang="en-US" altLang="is-IS" sz="3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900"/>
              </a:spcBef>
            </a:pPr>
            <a:r>
              <a:rPr lang="en-US" altLang="is-IS" sz="2400"/>
              <a:t>Opna sýnisgagnasafn:</a:t>
            </a:r>
          </a:p>
          <a:p>
            <a:pPr lvl="1"/>
            <a:r>
              <a:rPr lang="en-US" altLang="is-IS" sz="2000"/>
              <a:t>Nota SQLite skipunina:</a:t>
            </a:r>
            <a:br>
              <a:rPr lang="en-US" altLang="is-IS" sz="2000"/>
            </a:br>
            <a:r>
              <a:rPr lang="en-US" altLang="is-IS" sz="2800" b="1"/>
              <a:t> 	</a:t>
            </a:r>
            <a:r>
              <a:rPr lang="en-US" altLang="is-IS" b="1">
                <a:latin typeface="Courier New" panose="02070309020205020404" pitchFamily="49" charset="0"/>
                <a:cs typeface="Courier New" panose="02070309020205020404" pitchFamily="49" charset="0"/>
              </a:rPr>
              <a:t>.open sumarhus.db</a:t>
            </a:r>
          </a:p>
          <a:p>
            <a:pPr>
              <a:spcBef>
                <a:spcPts val="900"/>
              </a:spcBef>
            </a:pPr>
            <a:r>
              <a:rPr lang="en-US" altLang="is-IS" sz="2400"/>
              <a:t>Prófa nokkrar feitletraðar skipanir á blaðinu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885C9-7052-46BA-9928-D9879B2717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20A5F4-288F-4DE0-8CC9-0BBE0138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13</a:t>
            </a:fld>
            <a:endParaRPr lang="is-I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5BFF3-0298-CA02-7EBE-7EE5D68BC77B}"/>
              </a:ext>
            </a:extLst>
          </p:cNvPr>
          <p:cNvSpPr txBox="1"/>
          <p:nvPr/>
        </p:nvSpPr>
        <p:spPr>
          <a:xfrm>
            <a:off x="5752318" y="2336424"/>
            <a:ext cx="2885754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s-IS" sz="1600"/>
              <a:t>Þau sem lenda í vandræðum hér</a:t>
            </a:r>
          </a:p>
          <a:p>
            <a:r>
              <a:rPr lang="is-IS" sz="1600"/>
              <a:t>ættu að prófa </a:t>
            </a:r>
            <a:r>
              <a:rPr lang="is-IS" sz="1600">
                <a:hlinkClick r:id="rId3"/>
              </a:rPr>
              <a:t>sqliteonline.com</a:t>
            </a:r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90C59-D4B9-6956-60BF-5C5134A545E3}"/>
              </a:ext>
            </a:extLst>
          </p:cNvPr>
          <p:cNvSpPr txBox="1"/>
          <p:nvPr/>
        </p:nvSpPr>
        <p:spPr>
          <a:xfrm>
            <a:off x="5975214" y="2932922"/>
            <a:ext cx="243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200"/>
              <a:t>Það er vefviðmót, engin uppsetning,</a:t>
            </a:r>
          </a:p>
          <a:p>
            <a:r>
              <a:rPr lang="is-IS" sz="1200"/>
              <a:t>sumt auðveldara, annað flóknara</a:t>
            </a:r>
          </a:p>
        </p:txBody>
      </p:sp>
    </p:spTree>
    <p:extLst>
      <p:ext uri="{BB962C8B-B14F-4D97-AF65-F5344CB8AC3E}">
        <p14:creationId xmlns:p14="http://schemas.microsoft.com/office/powerpoint/2010/main" val="3504275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SQL fyrirspurnarmálið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is-IS" sz="2400"/>
              <a:t>SQL hannað hjá IBM í kringum 1972</a:t>
            </a:r>
          </a:p>
          <a:p>
            <a:r>
              <a:rPr lang="en-US" altLang="is-IS" sz="2400"/>
              <a:t>Byggir á fræðilegu líkani fyrir vensl</a:t>
            </a:r>
          </a:p>
          <a:p>
            <a:r>
              <a:rPr lang="en-US" altLang="is-IS" sz="2400"/>
              <a:t>Inniheldur margar gerðir skipana</a:t>
            </a:r>
          </a:p>
          <a:p>
            <a:pPr lvl="1"/>
            <a:r>
              <a:rPr lang="en-US" altLang="is-IS" sz="2000"/>
              <a:t>Ein aðalskipun: 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lvl="1"/>
            <a:r>
              <a:rPr lang="en-US" altLang="is-IS" sz="2000"/>
              <a:t>Aðrar skipanir vinna með töflur og gögn:</a:t>
            </a:r>
          </a:p>
          <a:p>
            <a:pPr lvl="2"/>
            <a:r>
              <a:rPr lang="en-US" altLang="is-IS" sz="1800"/>
              <a:t>Búa til, breyta og eyða töflum</a:t>
            </a:r>
          </a:p>
          <a:p>
            <a:pPr lvl="2"/>
            <a:r>
              <a:rPr lang="en-US" altLang="is-IS" sz="1800"/>
              <a:t>Setja inn, breyta og eyða gögnum</a:t>
            </a:r>
          </a:p>
          <a:p>
            <a:pPr lvl="2"/>
            <a:r>
              <a:rPr lang="en-US" altLang="is-IS" sz="1800"/>
              <a:t>Breyta skipulagi gagnanna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1241D-9DF4-41A1-968E-8CAD453EC6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DC68F0-18AC-48DD-A73E-7FEC9959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14</a:t>
            </a:fld>
            <a:endParaRPr lang="is-I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B8779-66CF-468F-1E5C-4F01A065DD36}"/>
              </a:ext>
            </a:extLst>
          </p:cNvPr>
          <p:cNvSpPr txBox="1"/>
          <p:nvPr/>
        </p:nvSpPr>
        <p:spPr>
          <a:xfrm>
            <a:off x="6002282" y="1402796"/>
            <a:ext cx="260603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s-IS" sz="1200"/>
              <a:t>Hét upphaflega SEQUEL (</a:t>
            </a:r>
            <a:r>
              <a:rPr lang="is-IS" sz="1200" u="sng"/>
              <a:t>S</a:t>
            </a:r>
            <a:r>
              <a:rPr lang="is-IS" sz="1200"/>
              <a:t>tructured</a:t>
            </a:r>
          </a:p>
          <a:p>
            <a:r>
              <a:rPr lang="is-IS" sz="1200" u="sng"/>
              <a:t>E</a:t>
            </a:r>
            <a:r>
              <a:rPr lang="is-IS" sz="1200"/>
              <a:t>nglish </a:t>
            </a:r>
            <a:r>
              <a:rPr lang="is-IS" sz="1200" u="sng"/>
              <a:t>QUE</a:t>
            </a:r>
            <a:r>
              <a:rPr lang="is-IS" sz="1200"/>
              <a:t>ry </a:t>
            </a:r>
            <a:r>
              <a:rPr lang="is-IS" sz="1200" u="sng"/>
              <a:t>L</a:t>
            </a:r>
            <a:r>
              <a:rPr lang="is-IS" sz="1200"/>
              <a:t>anguage), en var breytt</a:t>
            </a:r>
          </a:p>
          <a:p>
            <a:r>
              <a:rPr lang="is-IS" sz="1200"/>
              <a:t>í SQL vegna áreksturs við vörumerki</a:t>
            </a:r>
          </a:p>
          <a:p>
            <a:r>
              <a:rPr lang="is-IS" sz="1200"/>
              <a:t>bresks flugvélaframleiðanda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3399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>
                <a:solidFill>
                  <a:schemeClr val="accent1"/>
                </a:solidFill>
              </a:rPr>
              <a:t>SQL</a:t>
            </a:r>
            <a:r>
              <a:rPr lang="is-IS" altLang="is-IS" sz="3200"/>
              <a:t> fyrirspurnir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SQL fyrirspurnir segja </a:t>
            </a:r>
            <a:r>
              <a:rPr lang="is-IS" altLang="is-IS" sz="2400" u="sng"/>
              <a:t>hvaða gögn</a:t>
            </a:r>
            <a:r>
              <a:rPr lang="is-IS" altLang="is-IS" sz="2400"/>
              <a:t> við viljum, </a:t>
            </a:r>
            <a:r>
              <a:rPr lang="is-IS" altLang="is-IS" sz="2400" u="sng"/>
              <a:t>ekki hvernig</a:t>
            </a:r>
            <a:r>
              <a:rPr lang="is-IS" altLang="is-IS" sz="2400"/>
              <a:t> þau eru fundin</a:t>
            </a:r>
          </a:p>
          <a:p>
            <a:pPr lvl="1">
              <a:spcBef>
                <a:spcPts val="900"/>
              </a:spcBef>
            </a:pPr>
            <a:r>
              <a:rPr lang="is-IS" altLang="is-IS" sz="2000"/>
              <a:t>Skipunin skilgreinir </a:t>
            </a:r>
            <a:r>
              <a:rPr lang="is-IS" altLang="is-IS" sz="2000" b="1"/>
              <a:t>mengi</a:t>
            </a:r>
            <a:r>
              <a:rPr lang="is-IS" altLang="is-IS" sz="2000"/>
              <a:t> gagnanna sem við viljum fá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F6266E-DDB7-4450-80AB-0AD6C4F5A5C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C065C-8789-4A06-A6A8-FF097137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15</a:t>
            </a:fld>
            <a:endParaRPr lang="is-IS"/>
          </a:p>
        </p:txBody>
      </p:sp>
      <p:sp>
        <p:nvSpPr>
          <p:cNvPr id="32772" name="TextBox 6"/>
          <p:cNvSpPr txBox="1">
            <a:spLocks noChangeArrowheads="1"/>
          </p:cNvSpPr>
          <p:nvPr/>
        </p:nvSpPr>
        <p:spPr bwMode="auto">
          <a:xfrm>
            <a:off x="2457211" y="2722867"/>
            <a:ext cx="3804047" cy="55399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"Ég ætla að fá 12’’ Ítalskan BMT í hvítu brauði með öllu grænmeti nema jalapeno"</a:t>
            </a:r>
          </a:p>
        </p:txBody>
      </p:sp>
      <p:sp>
        <p:nvSpPr>
          <p:cNvPr id="32773" name="TextBox 7"/>
          <p:cNvSpPr txBox="1">
            <a:spLocks noChangeArrowheads="1"/>
          </p:cNvSpPr>
          <p:nvPr/>
        </p:nvSpPr>
        <p:spPr bwMode="auto">
          <a:xfrm>
            <a:off x="2457211" y="3531302"/>
            <a:ext cx="3804047" cy="55399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"Taktu hvítt brauð, skerðu það, náðu síðan í salami, pepperoni og skinku, ..."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009" y="2830589"/>
            <a:ext cx="1238747" cy="33855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Hvað viltu?</a:t>
            </a:r>
          </a:p>
        </p:txBody>
      </p:sp>
      <p:sp>
        <p:nvSpPr>
          <p:cNvPr id="32775" name="TextBox 9"/>
          <p:cNvSpPr txBox="1">
            <a:spLocks noChangeArrowheads="1"/>
          </p:cNvSpPr>
          <p:nvPr/>
        </p:nvSpPr>
        <p:spPr bwMode="auto">
          <a:xfrm>
            <a:off x="967009" y="3508811"/>
            <a:ext cx="1238746" cy="584775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Hvernig 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að fá það?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19EFB4-56A3-4FBF-D995-D5282B0F94A1}"/>
                  </a:ext>
                </a:extLst>
              </p:cNvPr>
              <p:cNvSpPr txBox="1"/>
              <p:nvPr/>
            </p:nvSpPr>
            <p:spPr>
              <a:xfrm>
                <a:off x="7148757" y="1851853"/>
                <a:ext cx="1366593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is-IS" sz="1400"/>
                  <a:t>Sambærilegt við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is-I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s-I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s-I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is-I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s-I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s-I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s-I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s-IS" sz="1400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19EFB4-56A3-4FBF-D995-D5282B0F9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757" y="1851853"/>
                <a:ext cx="1366593" cy="523220"/>
              </a:xfrm>
              <a:prstGeom prst="rect">
                <a:avLst/>
              </a:prstGeom>
              <a:blipFill>
                <a:blip r:embed="rId3"/>
                <a:stretch>
                  <a:fillRect l="-885" t="-1136" b="-22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48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  <p:bldP spid="32772" grpId="0" animBg="1"/>
      <p:bldP spid="32773" grpId="0" animBg="1"/>
      <p:bldP spid="9" grpId="0" animBg="1"/>
      <p:bldP spid="32775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Fyrirspurnir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is-IS" sz="28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is-IS" sz="2800"/>
              <a:t>  skipunin nær í innihald tafla</a:t>
            </a:r>
            <a:endParaRPr lang="en-US" altLang="is-IS" sz="2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326BC-8D1B-4FEE-A761-37BBEE5E13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745FB-855D-4128-A6CF-A30F154F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16</a:t>
            </a:fld>
            <a:endParaRPr lang="is-IS"/>
          </a:p>
        </p:txBody>
      </p:sp>
      <p:sp>
        <p:nvSpPr>
          <p:cNvPr id="34820" name="TextBox 6"/>
          <p:cNvSpPr txBox="1">
            <a:spLocks noChangeArrowheads="1"/>
          </p:cNvSpPr>
          <p:nvPr/>
        </p:nvSpPr>
        <p:spPr bwMode="auto">
          <a:xfrm>
            <a:off x="1743096" y="2073275"/>
            <a:ext cx="42862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2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 from felagar;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F6647DF-D34B-6CA1-0276-096E974863EE}"/>
              </a:ext>
            </a:extLst>
          </p:cNvPr>
          <p:cNvSpPr/>
          <p:nvPr/>
        </p:nvSpPr>
        <p:spPr>
          <a:xfrm>
            <a:off x="1866900" y="2847872"/>
            <a:ext cx="1411892" cy="295235"/>
          </a:xfrm>
          <a:prstGeom prst="wedgeRoundRectCallout">
            <a:avLst>
              <a:gd name="adj1" fmla="val 50884"/>
              <a:gd name="adj2" fmla="val -18401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Dálkur í töflunni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C04BD101-05EF-B7E7-A4DF-44D2D6558B35}"/>
              </a:ext>
            </a:extLst>
          </p:cNvPr>
          <p:cNvSpPr/>
          <p:nvPr/>
        </p:nvSpPr>
        <p:spPr>
          <a:xfrm>
            <a:off x="3955630" y="2856740"/>
            <a:ext cx="1232740" cy="572734"/>
          </a:xfrm>
          <a:prstGeom prst="wedgeRoundRectCallout">
            <a:avLst>
              <a:gd name="adj1" fmla="val 40864"/>
              <a:gd name="adj2" fmla="val -117289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Taflan heitir</a:t>
            </a:r>
          </a:p>
          <a:p>
            <a:pPr algn="ctr" eaLnBrk="1" hangingPunct="1">
              <a:defRPr/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felagar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A5AA3D4C-2F43-9445-82EA-37F59CA9BB9F}"/>
              </a:ext>
            </a:extLst>
          </p:cNvPr>
          <p:cNvSpPr/>
          <p:nvPr/>
        </p:nvSpPr>
        <p:spPr>
          <a:xfrm>
            <a:off x="6620206" y="2202406"/>
            <a:ext cx="1191042" cy="572734"/>
          </a:xfrm>
          <a:prstGeom prst="wedgeRoundRectCallout">
            <a:avLst>
              <a:gd name="adj1" fmla="val -114745"/>
              <a:gd name="adj2" fmla="val -27698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Muna eftir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semíkommu</a:t>
            </a:r>
          </a:p>
        </p:txBody>
      </p:sp>
    </p:spTree>
    <p:extLst>
      <p:ext uri="{BB962C8B-B14F-4D97-AF65-F5344CB8AC3E}">
        <p14:creationId xmlns:p14="http://schemas.microsoft.com/office/powerpoint/2010/main" val="161331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  <p:bldP spid="34820" grpId="0"/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Fyrirspurnir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Getum fengið fleiri dálka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39CD3-A9B8-4C4F-9695-7E8867E6BC7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4D153C-2C48-4F7E-B213-C360E12E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17</a:t>
            </a:fld>
            <a:endParaRPr lang="is-IS"/>
          </a:p>
        </p:txBody>
      </p:sp>
      <p:sp>
        <p:nvSpPr>
          <p:cNvPr id="36868" name="TextBox 6"/>
          <p:cNvSpPr txBox="1">
            <a:spLocks noChangeArrowheads="1"/>
          </p:cNvSpPr>
          <p:nvPr/>
        </p:nvSpPr>
        <p:spPr bwMode="auto">
          <a:xfrm>
            <a:off x="1732360" y="2357437"/>
            <a:ext cx="593453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2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inng_ar from felagar;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5E84E6-4D5D-99FA-6E1D-647C368A0DC7}"/>
              </a:ext>
            </a:extLst>
          </p:cNvPr>
          <p:cNvGrpSpPr/>
          <p:nvPr/>
        </p:nvGrpSpPr>
        <p:grpSpPr>
          <a:xfrm>
            <a:off x="2932352" y="2725252"/>
            <a:ext cx="2130714" cy="955812"/>
            <a:chOff x="2932352" y="2725252"/>
            <a:chExt cx="2130714" cy="955812"/>
          </a:xfrm>
        </p:grpSpPr>
        <p:sp>
          <p:nvSpPr>
            <p:cNvPr id="8" name="TextBox 7"/>
            <p:cNvSpPr txBox="1"/>
            <p:nvPr/>
          </p:nvSpPr>
          <p:spPr>
            <a:xfrm>
              <a:off x="3445601" y="3096289"/>
              <a:ext cx="1104213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sz="1600">
                  <a:solidFill>
                    <a:schemeClr val="accent1"/>
                  </a:solidFill>
                </a:rPr>
                <a:t>Teljum upp</a:t>
              </a:r>
            </a:p>
            <a:p>
              <a:pPr algn="ctr" eaLnBrk="1" hangingPunct="1">
                <a:defRPr/>
              </a:pPr>
              <a:r>
                <a:rPr lang="en-US" sz="1600">
                  <a:solidFill>
                    <a:schemeClr val="accent1"/>
                  </a:solidFill>
                </a:rPr>
                <a:t>dálkanöfn</a:t>
              </a:r>
            </a:p>
          </p:txBody>
        </p:sp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CBC3E758-2A85-42B5-A357-162F59C09F7B}"/>
                </a:ext>
              </a:extLst>
            </p:cNvPr>
            <p:cNvSpPr/>
            <p:nvPr/>
          </p:nvSpPr>
          <p:spPr>
            <a:xfrm rot="16200000">
              <a:off x="3833117" y="1824487"/>
              <a:ext cx="329183" cy="2130714"/>
            </a:xfrm>
            <a:prstGeom prst="leftBrace">
              <a:avLst>
                <a:gd name="adj1" fmla="val 36111"/>
                <a:gd name="adj2" fmla="val 50449"/>
              </a:avLst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s-IS"/>
            </a:p>
          </p:txBody>
        </p:sp>
      </p:grpSp>
    </p:spTree>
    <p:extLst>
      <p:ext uri="{BB962C8B-B14F-4D97-AF65-F5344CB8AC3E}">
        <p14:creationId xmlns:p14="http://schemas.microsoft.com/office/powerpoint/2010/main" val="85455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  <p:bldP spid="368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Fyrirspurnir í SQLite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Útkoman í skipanalínunni er ekki sérlega flott:</a:t>
            </a:r>
          </a:p>
          <a:p>
            <a:endParaRPr lang="en-US" altLang="is-IS" sz="2400"/>
          </a:p>
          <a:p>
            <a:endParaRPr lang="en-US" altLang="is-IS" sz="2400"/>
          </a:p>
          <a:p>
            <a:pPr lvl="1"/>
            <a:endParaRPr lang="en-US" altLang="is-IS" sz="2000"/>
          </a:p>
          <a:p>
            <a:pPr lvl="1"/>
            <a:r>
              <a:rPr lang="en-US" altLang="is-IS" sz="2000"/>
              <a:t>Getum látið SQLite setja úttakið í dálka með nöfnum dálkanna: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F0876-D78B-4307-A694-B591FBAC98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BD65F-D199-4883-A657-ECD41E10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18</a:t>
            </a:fld>
            <a:endParaRPr lang="is-IS"/>
          </a:p>
        </p:txBody>
      </p:sp>
      <p:sp>
        <p:nvSpPr>
          <p:cNvPr id="38916" name="TextBox 6"/>
          <p:cNvSpPr txBox="1">
            <a:spLocks noChangeArrowheads="1"/>
          </p:cNvSpPr>
          <p:nvPr/>
        </p:nvSpPr>
        <p:spPr bwMode="auto">
          <a:xfrm>
            <a:off x="2590800" y="1590395"/>
            <a:ext cx="2250281" cy="92333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Gunnar|2017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Erla|1994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38917" name="TextBox 7"/>
          <p:cNvSpPr txBox="1">
            <a:spLocks noChangeArrowheads="1"/>
          </p:cNvSpPr>
          <p:nvPr/>
        </p:nvSpPr>
        <p:spPr bwMode="auto">
          <a:xfrm>
            <a:off x="2590799" y="3226794"/>
            <a:ext cx="2250281" cy="36933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.mode column</a:t>
            </a:r>
          </a:p>
        </p:txBody>
      </p:sp>
      <p:sp>
        <p:nvSpPr>
          <p:cNvPr id="38919" name="TextBox 9"/>
          <p:cNvSpPr txBox="1">
            <a:spLocks noChangeArrowheads="1"/>
          </p:cNvSpPr>
          <p:nvPr/>
        </p:nvSpPr>
        <p:spPr bwMode="auto">
          <a:xfrm>
            <a:off x="5127960" y="3879762"/>
            <a:ext cx="3184245" cy="52322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400" u="sng">
                <a:solidFill>
                  <a:schemeClr val="accent1"/>
                </a:solidFill>
              </a:rPr>
              <a:t>Ath</a:t>
            </a:r>
            <a:r>
              <a:rPr lang="en-US" altLang="is-IS" sz="1400">
                <a:solidFill>
                  <a:schemeClr val="accent1"/>
                </a:solidFill>
              </a:rPr>
              <a:t>: Skipanir til SQLite byrja á </a:t>
            </a:r>
            <a:r>
              <a:rPr lang="en-US" altLang="is-IS" sz="1400" b="1">
                <a:solidFill>
                  <a:schemeClr val="accent1"/>
                </a:solidFill>
              </a:rPr>
              <a:t>punkti</a:t>
            </a:r>
            <a:r>
              <a:rPr lang="en-US" altLang="is-IS" sz="1400">
                <a:solidFill>
                  <a:schemeClr val="accent1"/>
                </a:solidFill>
              </a:rPr>
              <a:t> og enda </a:t>
            </a:r>
            <a:r>
              <a:rPr lang="en-US" altLang="is-IS" sz="1400" b="1">
                <a:solidFill>
                  <a:schemeClr val="accent1"/>
                </a:solidFill>
              </a:rPr>
              <a:t>ekki</a:t>
            </a:r>
            <a:r>
              <a:rPr lang="en-US" altLang="is-IS" sz="1400">
                <a:solidFill>
                  <a:schemeClr val="accent1"/>
                </a:solidFill>
              </a:rPr>
              <a:t> á semíkommu</a:t>
            </a:r>
          </a:p>
        </p:txBody>
      </p:sp>
    </p:spTree>
    <p:extLst>
      <p:ext uri="{BB962C8B-B14F-4D97-AF65-F5344CB8AC3E}">
        <p14:creationId xmlns:p14="http://schemas.microsoft.com/office/powerpoint/2010/main" val="16076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  <p:bldP spid="38916" grpId="0" animBg="1"/>
      <p:bldP spid="38917" grpId="0" animBg="1"/>
      <p:bldP spid="389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Fyrirspurnir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Getum fengið alla dálka með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4FF34-EC1A-4982-9600-6ECFC308A40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5D5408-8281-48B0-803E-34C9B222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19</a:t>
            </a:fld>
            <a:endParaRPr lang="is-IS"/>
          </a:p>
        </p:txBody>
      </p:sp>
      <p:sp>
        <p:nvSpPr>
          <p:cNvPr id="40964" name="TextBox 6"/>
          <p:cNvSpPr txBox="1">
            <a:spLocks noChangeArrowheads="1"/>
          </p:cNvSpPr>
          <p:nvPr/>
        </p:nvSpPr>
        <p:spPr bwMode="auto">
          <a:xfrm>
            <a:off x="2257272" y="1815986"/>
            <a:ext cx="401473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2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0918" y="2996647"/>
            <a:ext cx="3918445" cy="830997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Ekki ráðlegt að nota * í raunverulegri notkun.</a:t>
            </a:r>
          </a:p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Vitum þá ekki hversu marga dálka við fáum.</a:t>
            </a:r>
          </a:p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Töflur breytast gjarnan yfir tíma.</a:t>
            </a:r>
          </a:p>
        </p:txBody>
      </p:sp>
    </p:spTree>
    <p:extLst>
      <p:ext uri="{BB962C8B-B14F-4D97-AF65-F5344CB8AC3E}">
        <p14:creationId xmlns:p14="http://schemas.microsoft.com/office/powerpoint/2010/main" val="241313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  <p:bldP spid="40964" grpId="0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Röð úttaks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is-IS" sz="2400"/>
              <a:t>Úttakið kemur í "einhverri röð"</a:t>
            </a:r>
          </a:p>
          <a:p>
            <a:pPr lvl="1"/>
            <a:r>
              <a:rPr lang="en-US" altLang="is-IS" sz="2000"/>
              <a:t>Líklega eftir því hvenær gögnin voru sett inn</a:t>
            </a:r>
          </a:p>
          <a:p>
            <a:pPr>
              <a:spcBef>
                <a:spcPts val="1200"/>
              </a:spcBef>
            </a:pPr>
            <a:r>
              <a:rPr lang="en-US" altLang="is-IS" sz="2400"/>
              <a:t>Línurnar eru stök í </a:t>
            </a:r>
            <a:r>
              <a:rPr lang="en-US" altLang="is-IS" sz="2400" b="1"/>
              <a:t>mengi</a:t>
            </a:r>
          </a:p>
          <a:p>
            <a:pPr lvl="1"/>
            <a:r>
              <a:rPr lang="en-US" altLang="is-IS" sz="2000"/>
              <a:t>Stök í mengi hafa enga sérstaka röð</a:t>
            </a:r>
          </a:p>
          <a:p>
            <a:pPr>
              <a:spcBef>
                <a:spcPts val="1200"/>
              </a:spcBef>
            </a:pPr>
            <a:r>
              <a:rPr lang="en-US" altLang="is-IS" sz="2400"/>
              <a:t>Til að raða </a:t>
            </a:r>
            <a:r>
              <a:rPr lang="en-US" altLang="is-IS" sz="2400" u="sng"/>
              <a:t>úttakinu</a:t>
            </a:r>
            <a:r>
              <a:rPr lang="en-US" altLang="is-IS" sz="2400"/>
              <a:t> notum við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altLang="is-IS" sz="2400"/>
              <a:t>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01083-46CD-4681-B23A-116100B673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59D90E-5141-480F-A241-F2FF59DD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20</a:t>
            </a:fld>
            <a:endParaRPr lang="is-IS"/>
          </a:p>
        </p:txBody>
      </p:sp>
      <p:sp>
        <p:nvSpPr>
          <p:cNvPr id="43012" name="TextBox 6"/>
          <p:cNvSpPr txBox="1">
            <a:spLocks noChangeArrowheads="1"/>
          </p:cNvSpPr>
          <p:nvPr/>
        </p:nvSpPr>
        <p:spPr bwMode="auto">
          <a:xfrm>
            <a:off x="2294628" y="3446346"/>
            <a:ext cx="4929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inng_ar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inng_ar;</a:t>
            </a:r>
          </a:p>
        </p:txBody>
      </p:sp>
    </p:spTree>
    <p:extLst>
      <p:ext uri="{BB962C8B-B14F-4D97-AF65-F5344CB8AC3E}">
        <p14:creationId xmlns:p14="http://schemas.microsoft.com/office/powerpoint/2010/main" val="367785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  <p:bldP spid="430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64EB-BB5E-6DA9-83C5-9517D12F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sz="3200"/>
              <a:t>Röð úttaks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E2FA6-6215-5451-1669-2FC3753CC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sz="2400"/>
              <a:t>Hægt að raða eftir mörgum dálkum</a:t>
            </a: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E2885-894E-A446-9FC3-AB5C157E38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33280-A90A-7445-9D53-8E80A1A1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D3A20E8-268B-EE58-277E-6847EA2A0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416" y="1857375"/>
            <a:ext cx="4929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inng_ar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inng_ar, nafn;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1B9798-3CEF-0E01-9FBB-284077829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635" y="2898748"/>
            <a:ext cx="4392485" cy="58477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Hér er raðað fyrst eftir</a:t>
            </a:r>
            <a:r>
              <a:rPr lang="en-US" altLang="is-I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s-IS" sz="16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inng_ar</a:t>
            </a:r>
            <a:r>
              <a:rPr lang="en-US" altLang="is-I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s-IS" sz="1600">
                <a:solidFill>
                  <a:schemeClr val="accent1"/>
                </a:solidFill>
                <a:latin typeface="+mn-lt"/>
              </a:rPr>
              <a:t>í hækkandi röð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og síðan í stafrófsröð eftir nafni innan hvers árs</a:t>
            </a:r>
          </a:p>
        </p:txBody>
      </p:sp>
    </p:spTree>
    <p:extLst>
      <p:ext uri="{BB962C8B-B14F-4D97-AF65-F5344CB8AC3E}">
        <p14:creationId xmlns:p14="http://schemas.microsoft.com/office/powerpoint/2010/main" val="175301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Röð úttaks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Sjálfgefið er að raðað sé í hækkandi röð</a:t>
            </a:r>
          </a:p>
          <a:p>
            <a:pPr lvl="1"/>
            <a:r>
              <a:rPr lang="en-US" altLang="is-IS" sz="2000"/>
              <a:t>Getum raðað í lækkandi röð með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6DF7B-B09D-42AF-A751-ACB5C3B62BA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DF13A6-2228-4A58-9576-6B8C0F47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22</a:t>
            </a:fld>
            <a:endParaRPr lang="is-IS"/>
          </a:p>
        </p:txBody>
      </p:sp>
      <p:sp>
        <p:nvSpPr>
          <p:cNvPr id="47108" name="TextBox 6"/>
          <p:cNvSpPr txBox="1">
            <a:spLocks noChangeArrowheads="1"/>
          </p:cNvSpPr>
          <p:nvPr/>
        </p:nvSpPr>
        <p:spPr bwMode="auto">
          <a:xfrm>
            <a:off x="2160985" y="2091329"/>
            <a:ext cx="4929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stig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stig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2308" y="3151438"/>
            <a:ext cx="2465419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Hér koma hæstu stigin fyrst</a:t>
            </a:r>
          </a:p>
        </p:txBody>
      </p:sp>
      <p:sp>
        <p:nvSpPr>
          <p:cNvPr id="47110" name="TextBox 8"/>
          <p:cNvSpPr txBox="1">
            <a:spLocks noChangeArrowheads="1"/>
          </p:cNvSpPr>
          <p:nvPr/>
        </p:nvSpPr>
        <p:spPr bwMode="auto">
          <a:xfrm>
            <a:off x="4110433" y="3831067"/>
            <a:ext cx="2631026" cy="4616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2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altLang="is-IS" sz="1200">
                <a:solidFill>
                  <a:schemeClr val="accent1"/>
                </a:solidFill>
                <a:latin typeface="+mn-lt"/>
              </a:rPr>
              <a:t> er stytting á orðinu "</a:t>
            </a:r>
            <a:r>
              <a:rPr lang="en-US" altLang="is-IS" sz="1200" i="1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descending</a:t>
            </a:r>
            <a:r>
              <a:rPr lang="en-US" altLang="is-IS" sz="1200">
                <a:solidFill>
                  <a:schemeClr val="accent1"/>
                </a:solidFill>
                <a:latin typeface="+mn-lt"/>
              </a:rPr>
              <a:t>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200">
                <a:solidFill>
                  <a:schemeClr val="accent1"/>
                </a:solidFill>
                <a:latin typeface="+mn-lt"/>
              </a:rPr>
              <a:t>Hægt að nota </a:t>
            </a:r>
            <a:r>
              <a:rPr lang="en-US" altLang="is-IS" sz="12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altLang="is-IS" sz="1200">
                <a:solidFill>
                  <a:schemeClr val="accent1"/>
                </a:solidFill>
                <a:latin typeface="+mn-lt"/>
              </a:rPr>
              <a:t> fyrir hækkandi röð</a:t>
            </a:r>
          </a:p>
        </p:txBody>
      </p:sp>
    </p:spTree>
    <p:extLst>
      <p:ext uri="{BB962C8B-B14F-4D97-AF65-F5344CB8AC3E}">
        <p14:creationId xmlns:p14="http://schemas.microsoft.com/office/powerpoint/2010/main" val="198782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47108" grpId="0"/>
      <p:bldP spid="8" grpId="0" animBg="1"/>
      <p:bldP spid="471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Margir röðunardálkar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463214" y="1050823"/>
            <a:ext cx="7667709" cy="3740753"/>
          </a:xfrm>
        </p:spPr>
        <p:txBody>
          <a:bodyPr>
            <a:normAutofit/>
          </a:bodyPr>
          <a:lstStyle/>
          <a:p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altLang="is-IS" sz="2400"/>
              <a:t> (eða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altLang="is-IS" sz="2400"/>
              <a:t>) á aðeins við dálkinn sem það stendur við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C84BF-03E1-4B2E-9E42-A022576C6EE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BCB92B-0099-4958-9A30-7A9A7F68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23</a:t>
            </a:fld>
            <a:endParaRPr lang="is-IS"/>
          </a:p>
        </p:txBody>
      </p:sp>
      <p:sp>
        <p:nvSpPr>
          <p:cNvPr id="49156" name="TextBox 6"/>
          <p:cNvSpPr txBox="1">
            <a:spLocks noChangeArrowheads="1"/>
          </p:cNvSpPr>
          <p:nvPr/>
        </p:nvSpPr>
        <p:spPr bwMode="auto">
          <a:xfrm>
            <a:off x="1866900" y="1801369"/>
            <a:ext cx="55090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stig, inng_ar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stig desc, inng_ar;</a:t>
            </a:r>
          </a:p>
        </p:txBody>
      </p:sp>
      <p:sp>
        <p:nvSpPr>
          <p:cNvPr id="49157" name="TextBox 7"/>
          <p:cNvSpPr txBox="1">
            <a:spLocks noChangeArrowheads="1"/>
          </p:cNvSpPr>
          <p:nvPr/>
        </p:nvSpPr>
        <p:spPr bwMode="auto">
          <a:xfrm>
            <a:off x="2764387" y="2925646"/>
            <a:ext cx="3496214" cy="58477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Hæstu stig fyrst og síðan í hækkandi röð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eftir inngönguári ef stig þau sömu</a:t>
            </a:r>
          </a:p>
        </p:txBody>
      </p:sp>
    </p:spTree>
    <p:extLst>
      <p:ext uri="{BB962C8B-B14F-4D97-AF65-F5344CB8AC3E}">
        <p14:creationId xmlns:p14="http://schemas.microsoft.com/office/powerpoint/2010/main" val="425197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49156" grpId="0"/>
      <p:bldP spid="4915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Takmarka fjölda lína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Stundum viljum við ekki fá allar línur</a:t>
            </a:r>
          </a:p>
          <a:p>
            <a:pPr lvl="1"/>
            <a:r>
              <a:rPr lang="en-US" altLang="is-IS" sz="2000"/>
              <a:t>Getum takmarkað fjöldann með </a:t>
            </a:r>
            <a:r>
              <a:rPr lang="en-U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endParaRPr lang="en-US" altLang="is-I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8AA1E-304F-4297-8371-6866EBD9FA3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E0ED4A-D133-46A5-99E5-CF79592E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24</a:t>
            </a:fld>
            <a:endParaRPr lang="is-IS"/>
          </a:p>
        </p:txBody>
      </p:sp>
      <p:sp>
        <p:nvSpPr>
          <p:cNvPr id="51204" name="TextBox 6"/>
          <p:cNvSpPr txBox="1">
            <a:spLocks noChangeArrowheads="1"/>
          </p:cNvSpPr>
          <p:nvPr/>
        </p:nvSpPr>
        <p:spPr bwMode="auto">
          <a:xfrm>
            <a:off x="1837128" y="1985713"/>
            <a:ext cx="492918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stig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stig desc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limit 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5098" y="3505717"/>
            <a:ext cx="3302058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Sýnir þá þrjá félaga sem hafa flest stig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5098" y="4092677"/>
            <a:ext cx="4828663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600" u="sng">
                <a:solidFill>
                  <a:schemeClr val="accent1"/>
                </a:solidFill>
              </a:rPr>
              <a:t>Ath</a:t>
            </a:r>
            <a:r>
              <a:rPr lang="en-US" sz="1600">
                <a:solidFill>
                  <a:schemeClr val="accent1"/>
                </a:solidFill>
              </a:rPr>
              <a:t>:  Ekkert vit í að nota </a:t>
            </a:r>
            <a:r>
              <a:rPr lang="en-US" sz="16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limit</a:t>
            </a:r>
            <a:r>
              <a:rPr lang="en-US" sz="1600">
                <a:solidFill>
                  <a:schemeClr val="accent1"/>
                </a:solidFill>
              </a:rPr>
              <a:t> nema með  </a:t>
            </a:r>
            <a:r>
              <a:rPr lang="en-US" sz="16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order by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5C2CCB4-F779-D23E-781D-824F59DD27DB}"/>
              </a:ext>
            </a:extLst>
          </p:cNvPr>
          <p:cNvSpPr/>
          <p:nvPr/>
        </p:nvSpPr>
        <p:spPr>
          <a:xfrm>
            <a:off x="6571039" y="2480064"/>
            <a:ext cx="1503173" cy="572734"/>
          </a:xfrm>
          <a:prstGeom prst="wedgeRoundRectCallout">
            <a:avLst>
              <a:gd name="adj1" fmla="val -96816"/>
              <a:gd name="adj2" fmla="val -3918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sz="1400" u="sng">
                <a:solidFill>
                  <a:schemeClr val="accent1"/>
                </a:solidFill>
              </a:rPr>
              <a:t>Ath</a:t>
            </a:r>
            <a:r>
              <a:rPr lang="is-IS" sz="1400">
                <a:solidFill>
                  <a:schemeClr val="accent1"/>
                </a:solidFill>
              </a:rPr>
              <a:t>:  Línuskipting breytir engu</a:t>
            </a:r>
            <a:endParaRPr lang="en-US" sz="1400" i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36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  <p:bldP spid="51204" grpId="0"/>
      <p:bldP spid="8" grpId="0" animBg="1"/>
      <p:bldP spid="10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Sleppa línum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63214" y="1050823"/>
            <a:ext cx="7449003" cy="3740753"/>
          </a:xfrm>
        </p:spPr>
        <p:txBody>
          <a:bodyPr>
            <a:normAutofit/>
          </a:bodyPr>
          <a:lstStyle/>
          <a:p>
            <a:r>
              <a:rPr lang="is-IS" altLang="is-IS" sz="2400"/>
              <a:t>Stundum viljum við ekki fyrstu 3 línurnar, heldur næstu 3</a:t>
            </a:r>
          </a:p>
          <a:p>
            <a:pPr lvl="1"/>
            <a:r>
              <a:rPr lang="is-IS" altLang="is-IS" sz="2000"/>
              <a:t>Bætum þá  </a:t>
            </a:r>
            <a:r>
              <a:rPr lang="is-I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is-IS" altLang="is-IS" sz="2000"/>
              <a:t>  við  </a:t>
            </a:r>
            <a:r>
              <a:rPr lang="is-I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endParaRPr lang="is-IS" altLang="is-I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5DB66-2185-4CAA-8C25-DEE2868218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D393DE-9848-412D-B21C-8F548B17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25</a:t>
            </a:fld>
            <a:endParaRPr lang="is-IS"/>
          </a:p>
        </p:txBody>
      </p:sp>
      <p:sp>
        <p:nvSpPr>
          <p:cNvPr id="53252" name="TextBox 6"/>
          <p:cNvSpPr txBox="1">
            <a:spLocks noChangeArrowheads="1"/>
          </p:cNvSpPr>
          <p:nvPr/>
        </p:nvSpPr>
        <p:spPr bwMode="auto">
          <a:xfrm>
            <a:off x="2367890" y="2085713"/>
            <a:ext cx="455056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stig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stig desc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limit 3 offset 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1318" y="3751545"/>
            <a:ext cx="3172472" cy="58477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Sýnir þá þrjá félaga sem eru í fjórða,</a:t>
            </a:r>
          </a:p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fimmta og sjötta sæti yfir flest stig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92F062D-129B-8C7D-A6D0-9B13A689B6F3}"/>
              </a:ext>
            </a:extLst>
          </p:cNvPr>
          <p:cNvSpPr/>
          <p:nvPr/>
        </p:nvSpPr>
        <p:spPr>
          <a:xfrm>
            <a:off x="6352715" y="2771381"/>
            <a:ext cx="1699268" cy="627541"/>
          </a:xfrm>
          <a:prstGeom prst="wedgeRoundRectCallout">
            <a:avLst>
              <a:gd name="adj1" fmla="val -96816"/>
              <a:gd name="adj2" fmla="val -3918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offset </a:t>
            </a:r>
            <a:r>
              <a:rPr lang="en-US" sz="1400" b="1" i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400">
                <a:solidFill>
                  <a:schemeClr val="accent1"/>
                </a:solidFill>
              </a:rPr>
              <a:t>  sleppir</a:t>
            </a:r>
          </a:p>
          <a:p>
            <a:pPr algn="ctr" eaLnBrk="1" hangingPunct="1">
              <a:defRPr/>
            </a:pPr>
            <a:r>
              <a:rPr lang="en-US" sz="1400" b="1" i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400">
                <a:solidFill>
                  <a:schemeClr val="accent1"/>
                </a:solidFill>
              </a:rPr>
              <a:t>  fyrstu línunum</a:t>
            </a:r>
          </a:p>
        </p:txBody>
      </p:sp>
    </p:spTree>
    <p:extLst>
      <p:ext uri="{BB962C8B-B14F-4D97-AF65-F5344CB8AC3E}">
        <p14:creationId xmlns:p14="http://schemas.microsoft.com/office/powerpoint/2010/main" val="383627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  <p:bldP spid="53252" grpId="0"/>
      <p:bldP spid="8" grpId="0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2800"/>
              <a:t>Æfingar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Sýna sumarhús í hækkandi röð eftir fjölda rúma og lækkandi röð eftir stærð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Sýna upplýsingar um stærsta sumarhúsið 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Sýna nöfn og inngönguár þriggja nýjustu félagsmannanna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Sýna dagsetningu næstnýjustu leigunnar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C0B2A-5447-4E87-B665-E67F7A93DCD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8CCB5C-46D7-4D50-9557-39542348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26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956071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Velja út línur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Notum skilyrði í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is-IS" sz="2400"/>
              <a:t>-hluta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2A190-4D58-4BD4-BB97-92AB261DE6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6C339-13C1-481D-8C0C-29C717217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27</a:t>
            </a:fld>
            <a:endParaRPr lang="is-IS"/>
          </a:p>
        </p:txBody>
      </p:sp>
      <p:sp>
        <p:nvSpPr>
          <p:cNvPr id="57348" name="TextBox 6"/>
          <p:cNvSpPr txBox="1">
            <a:spLocks noChangeArrowheads="1"/>
          </p:cNvSpPr>
          <p:nvPr/>
        </p:nvSpPr>
        <p:spPr bwMode="auto">
          <a:xfrm>
            <a:off x="2048137" y="1743703"/>
            <a:ext cx="4929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nafn, stig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&gt; 400;</a:t>
            </a:r>
          </a:p>
        </p:txBody>
      </p:sp>
      <p:sp>
        <p:nvSpPr>
          <p:cNvPr id="57349" name="TextBox 7"/>
          <p:cNvSpPr txBox="1">
            <a:spLocks noChangeArrowheads="1"/>
          </p:cNvSpPr>
          <p:nvPr/>
        </p:nvSpPr>
        <p:spPr bwMode="auto">
          <a:xfrm>
            <a:off x="2048137" y="3256634"/>
            <a:ext cx="4929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nafn='Gunnar';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4905" y="2443032"/>
            <a:ext cx="4064767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Sýnir nafn og stig þeirra sem hafa fleiri en 400 stig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4905" y="3956226"/>
            <a:ext cx="3284104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Sýnir alla dálka þeirra sem heita Gunnar</a:t>
            </a:r>
          </a:p>
        </p:txBody>
      </p:sp>
    </p:spTree>
    <p:extLst>
      <p:ext uri="{BB962C8B-B14F-4D97-AF65-F5344CB8AC3E}">
        <p14:creationId xmlns:p14="http://schemas.microsoft.com/office/powerpoint/2010/main" val="119706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  <p:bldP spid="57348" grpId="0"/>
      <p:bldP spid="57349" grpId="0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Velja út línur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Fleiri dæmi: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7944E-D0DE-4BE0-A252-AB7508650D3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289C84-73BD-4773-96AD-094D0966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28</a:t>
            </a:fld>
            <a:endParaRPr lang="is-IS"/>
          </a:p>
        </p:txBody>
      </p:sp>
      <p:sp>
        <p:nvSpPr>
          <p:cNvPr id="59396" name="TextBox 6"/>
          <p:cNvSpPr txBox="1">
            <a:spLocks noChangeArrowheads="1"/>
          </p:cNvSpPr>
          <p:nvPr/>
        </p:nvSpPr>
        <p:spPr bwMode="auto">
          <a:xfrm>
            <a:off x="2107406" y="1721684"/>
            <a:ext cx="4929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!= 'Gunnar';</a:t>
            </a:r>
          </a:p>
        </p:txBody>
      </p:sp>
      <p:sp>
        <p:nvSpPr>
          <p:cNvPr id="59397" name="TextBox 7"/>
          <p:cNvSpPr txBox="1">
            <a:spLocks noChangeArrowheads="1"/>
          </p:cNvSpPr>
          <p:nvPr/>
        </p:nvSpPr>
        <p:spPr bwMode="auto">
          <a:xfrm>
            <a:off x="2107407" y="3285355"/>
            <a:ext cx="50363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inng_ar &gt; 2008;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995" y="4019880"/>
            <a:ext cx="2881494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Allir sem gerðust félagar eftir Hrun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F34C8A2-A425-5E08-DE93-5E3610FA333A}"/>
              </a:ext>
            </a:extLst>
          </p:cNvPr>
          <p:cNvSpPr/>
          <p:nvPr/>
        </p:nvSpPr>
        <p:spPr>
          <a:xfrm>
            <a:off x="6352715" y="2312421"/>
            <a:ext cx="1955826" cy="555145"/>
          </a:xfrm>
          <a:prstGeom prst="wedgeRoundRectCallout">
            <a:avLst>
              <a:gd name="adj1" fmla="val -79999"/>
              <a:gd name="adj2" fmla="val -4392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Ath.:  Notum einfaldar gæsalappir fyrir strengi</a:t>
            </a:r>
          </a:p>
        </p:txBody>
      </p:sp>
    </p:spTree>
    <p:extLst>
      <p:ext uri="{BB962C8B-B14F-4D97-AF65-F5344CB8AC3E}">
        <p14:creationId xmlns:p14="http://schemas.microsoft.com/office/powerpoint/2010/main" val="299509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/>
      <p:bldP spid="59397" grpId="0"/>
      <p:bldP spid="10" grpId="0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Flóknari skilyrði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Sameinum skilyrði með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altLang="is-IS" sz="2400"/>
              <a:t> og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1FCA9-FD54-4D96-BF0F-40094EDBB0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6F47B4-9AE2-412E-9D50-2256CDE8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29</a:t>
            </a:fld>
            <a:endParaRPr lang="is-IS"/>
          </a:p>
        </p:txBody>
      </p:sp>
      <p:sp>
        <p:nvSpPr>
          <p:cNvPr id="61444" name="TextBox 6"/>
          <p:cNvSpPr txBox="1">
            <a:spLocks noChangeArrowheads="1"/>
          </p:cNvSpPr>
          <p:nvPr/>
        </p:nvSpPr>
        <p:spPr bwMode="auto">
          <a:xfrm>
            <a:off x="2000250" y="3252921"/>
            <a:ext cx="50363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between 200 and 400;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6006" y="2453448"/>
            <a:ext cx="2692788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Allir með stig á bilinu 200 til 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6005" y="3997926"/>
            <a:ext cx="4296077" cy="553998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Jafngild skipuninni að ofan, en sjaldan notað, því ekki augljóst hvort gildin 200 og 400 séu með eða ekki</a:t>
            </a:r>
          </a:p>
        </p:txBody>
      </p:sp>
      <p:sp>
        <p:nvSpPr>
          <p:cNvPr id="61447" name="TextBox 9"/>
          <p:cNvSpPr txBox="1">
            <a:spLocks noChangeArrowheads="1"/>
          </p:cNvSpPr>
          <p:nvPr/>
        </p:nvSpPr>
        <p:spPr bwMode="auto">
          <a:xfrm>
            <a:off x="1946673" y="1754119"/>
            <a:ext cx="53792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&gt;= 200 and stig &lt;= 400;</a:t>
            </a:r>
          </a:p>
        </p:txBody>
      </p:sp>
    </p:spTree>
    <p:extLst>
      <p:ext uri="{BB962C8B-B14F-4D97-AF65-F5344CB8AC3E}">
        <p14:creationId xmlns:p14="http://schemas.microsoft.com/office/powerpoint/2010/main" val="289482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61444" grpId="0"/>
      <p:bldP spid="8" grpId="0" animBg="1"/>
      <p:bldP spid="9" grpId="0" animBg="1"/>
      <p:bldP spid="6144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Flóknari skilyrði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Hægt að nota útreikning í skilyrðum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20533-380A-4E42-93A6-4851483A5A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A4CB7-6B83-4C1A-BB82-A536D2DA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30</a:t>
            </a:fld>
            <a:endParaRPr lang="is-IS"/>
          </a:p>
        </p:txBody>
      </p:sp>
      <p:sp>
        <p:nvSpPr>
          <p:cNvPr id="63492" name="TextBox 6"/>
          <p:cNvSpPr txBox="1">
            <a:spLocks noChangeArrowheads="1"/>
          </p:cNvSpPr>
          <p:nvPr/>
        </p:nvSpPr>
        <p:spPr bwMode="auto">
          <a:xfrm>
            <a:off x="1946673" y="2012173"/>
            <a:ext cx="525065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&gt; 300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and 2026-inng_ar &gt; 10;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7855" y="4054171"/>
            <a:ext cx="3577005" cy="58477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Dálítið mismunandi milli gagnasafnskerfa</a:t>
            </a:r>
          </a:p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hvernig núverandi dagsetning er fengin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3D52A9F-319A-1A2D-A65B-862D918E51EE}"/>
              </a:ext>
            </a:extLst>
          </p:cNvPr>
          <p:cNvSpPr/>
          <p:nvPr/>
        </p:nvSpPr>
        <p:spPr>
          <a:xfrm>
            <a:off x="4874611" y="2998246"/>
            <a:ext cx="3302235" cy="555145"/>
          </a:xfrm>
          <a:prstGeom prst="wedgeRoundRectCallout">
            <a:avLst>
              <a:gd name="adj1" fmla="val -74138"/>
              <a:gd name="adj2" fmla="val -68809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Í SQLite er hægt að fá núverandi ártal með</a:t>
            </a:r>
          </a:p>
          <a:p>
            <a:pPr algn="ctr" eaLnBrk="1" hangingPunct="1">
              <a:defRPr/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strftime('%Y', 'now')</a:t>
            </a:r>
          </a:p>
        </p:txBody>
      </p:sp>
    </p:spTree>
    <p:extLst>
      <p:ext uri="{BB962C8B-B14F-4D97-AF65-F5344CB8AC3E}">
        <p14:creationId xmlns:p14="http://schemas.microsoft.com/office/powerpoint/2010/main" val="331965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492" grpId="0"/>
      <p:bldP spid="9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Möguleg vandamál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Finna þá félaga með fleiri en 400 stig sem gengu í félagið 2016 eða 2017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EACAFE-DD83-4210-AD11-98DC10E1CE2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0ECA54-7E29-423F-A391-6CB68A23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31</a:t>
            </a:fld>
            <a:endParaRPr lang="is-IS"/>
          </a:p>
        </p:txBody>
      </p:sp>
      <p:sp>
        <p:nvSpPr>
          <p:cNvPr id="65540" name="TextBox 6"/>
          <p:cNvSpPr txBox="1">
            <a:spLocks noChangeArrowheads="1"/>
          </p:cNvSpPr>
          <p:nvPr/>
        </p:nvSpPr>
        <p:spPr bwMode="auto">
          <a:xfrm>
            <a:off x="2239896" y="2055445"/>
            <a:ext cx="502386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inng_ar = 2016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or inng_ar = 2017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and stig &gt;= 400;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805DB73-C359-4AF3-0AF5-BD61361BD409}"/>
              </a:ext>
            </a:extLst>
          </p:cNvPr>
          <p:cNvSpPr/>
          <p:nvPr/>
        </p:nvSpPr>
        <p:spPr>
          <a:xfrm>
            <a:off x="6463986" y="3783093"/>
            <a:ext cx="1601491" cy="555145"/>
          </a:xfrm>
          <a:prstGeom prst="wedgeRoundRectCallout">
            <a:avLst>
              <a:gd name="adj1" fmla="val -128351"/>
              <a:gd name="adj2" fmla="val 44950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en Helga er aðeins með 55 stig!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62F4E1-4747-7D91-4F22-FDAA4B6ED26A}"/>
              </a:ext>
            </a:extLst>
          </p:cNvPr>
          <p:cNvGrpSpPr/>
          <p:nvPr/>
        </p:nvGrpSpPr>
        <p:grpSpPr>
          <a:xfrm>
            <a:off x="2199087" y="3558147"/>
            <a:ext cx="3412303" cy="937060"/>
            <a:chOff x="2199087" y="3558147"/>
            <a:chExt cx="3412303" cy="937060"/>
          </a:xfrm>
        </p:grpSpPr>
        <p:sp>
          <p:nvSpPr>
            <p:cNvPr id="65541" name="TextBox 7"/>
            <p:cNvSpPr txBox="1">
              <a:spLocks noChangeArrowheads="1"/>
            </p:cNvSpPr>
            <p:nvPr/>
          </p:nvSpPr>
          <p:spPr bwMode="auto">
            <a:xfrm>
              <a:off x="2288749" y="3848876"/>
              <a:ext cx="3322641" cy="64633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 b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48|Gunnar|107|450|2017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is-IS" sz="1800" b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64|Helga|112|55|2016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E8B2AFF-1758-2417-B62B-9A375C862A8E}"/>
                </a:ext>
              </a:extLst>
            </p:cNvPr>
            <p:cNvSpPr txBox="1"/>
            <p:nvPr/>
          </p:nvSpPr>
          <p:spPr>
            <a:xfrm>
              <a:off x="2199087" y="3558147"/>
              <a:ext cx="6472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s-IS" sz="1400" b="1"/>
                <a:t>Úttak:</a:t>
              </a:r>
              <a:endParaRPr 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52729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  <p:bldP spid="65540" grpId="0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Hvert er vandamálið?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is-IS" sz="2400"/>
              <a:t>Virkinn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altLang="is-IS" sz="2400"/>
              <a:t>  hefur hærri forgang en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lvl="1"/>
            <a:r>
              <a:rPr lang="en-US" altLang="is-IS" sz="2000"/>
              <a:t>Þurfum að nota sviga til að fá rétta útkomu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C662D-E517-449D-ADF7-16706DFA9BC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3600B-BFBA-4730-806B-ADCC5C9D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32</a:t>
            </a:fld>
            <a:endParaRPr lang="is-IS"/>
          </a:p>
        </p:txBody>
      </p:sp>
      <p:sp>
        <p:nvSpPr>
          <p:cNvPr id="67588" name="TextBox 6"/>
          <p:cNvSpPr txBox="1">
            <a:spLocks noChangeArrowheads="1"/>
          </p:cNvSpPr>
          <p:nvPr/>
        </p:nvSpPr>
        <p:spPr bwMode="auto">
          <a:xfrm>
            <a:off x="2432940" y="2070371"/>
            <a:ext cx="45005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(inng_ar = 2016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or inng_ar = 2017)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and stig &gt;= 400;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92698" y="3796442"/>
                <a:ext cx="3805785" cy="59247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  <a:alpha val="3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sz="1500">
                    <a:solidFill>
                      <a:schemeClr val="accent1"/>
                    </a:solidFill>
                  </a:rPr>
                  <a:t>Þetta er svipað og í segðinni  </a:t>
                </a:r>
                <a14:m>
                  <m:oMath xmlns:m="http://schemas.openxmlformats.org/officeDocument/2006/math">
                    <m:r>
                      <a:rPr lang="en-US" sz="15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5 − 2 ∗ 3</m:t>
                    </m:r>
                  </m:oMath>
                </a14:m>
                <a:endParaRPr lang="en-US" sz="1500">
                  <a:solidFill>
                    <a:schemeClr val="accent1"/>
                  </a:solidFill>
                </a:endParaRPr>
              </a:p>
              <a:p>
                <a:pPr eaLnBrk="1" hangingPunct="1">
                  <a:spcBef>
                    <a:spcPts val="300"/>
                  </a:spcBef>
                  <a:defRPr/>
                </a:pPr>
                <a:r>
                  <a:rPr lang="en-US" sz="1500">
                    <a:solidFill>
                      <a:schemeClr val="accent1"/>
                    </a:solidFill>
                  </a:rPr>
                  <a:t>Útkoman er  </a:t>
                </a:r>
                <a14:m>
                  <m:oMath xmlns:m="http://schemas.openxmlformats.org/officeDocument/2006/math">
                    <m:r>
                      <a:rPr lang="en-US" sz="15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5−6 = </m:t>
                    </m:r>
                    <m:r>
                      <a:rPr lang="en-US" sz="15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500">
                    <a:solidFill>
                      <a:schemeClr val="accent1"/>
                    </a:solidFill>
                  </a:rPr>
                  <a:t>, en ekki  </a:t>
                </a:r>
                <a14:m>
                  <m:oMath xmlns:m="http://schemas.openxmlformats.org/officeDocument/2006/math">
                    <m:r>
                      <a:rPr lang="en-US" sz="15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3∗3 = </m:t>
                    </m:r>
                    <m:r>
                      <a:rPr lang="en-US" sz="15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US" sz="1500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698" y="3796442"/>
                <a:ext cx="3805785" cy="592470"/>
              </a:xfrm>
              <a:prstGeom prst="rect">
                <a:avLst/>
              </a:prstGeom>
              <a:blipFill>
                <a:blip r:embed="rId3"/>
                <a:stretch>
                  <a:fillRect l="-479" t="-1010" b="-909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is-I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36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  <p:bldP spid="67588" grpId="0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Æfingar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Sýna sumarhús með fleiri en 6 rúm</a:t>
            </a:r>
          </a:p>
          <a:p>
            <a:pPr>
              <a:spcBef>
                <a:spcPts val="1350"/>
              </a:spcBef>
            </a:pPr>
            <a:r>
              <a:rPr lang="en-US" altLang="is-IS" sz="2400"/>
              <a:t>Sýna leigur á árinu 2025</a:t>
            </a:r>
          </a:p>
          <a:p>
            <a:pPr>
              <a:spcBef>
                <a:spcPts val="1350"/>
              </a:spcBef>
            </a:pPr>
            <a:r>
              <a:rPr lang="en-US" altLang="is-IS" sz="2400"/>
              <a:t>Sýna alla félaga í Reykjavík eða Kópavogi sem hafa minna en 200 stig</a:t>
            </a:r>
          </a:p>
          <a:p>
            <a:pPr>
              <a:spcBef>
                <a:spcPts val="1350"/>
              </a:spcBef>
            </a:pPr>
            <a:r>
              <a:rPr lang="en-US" altLang="is-IS" sz="2400"/>
              <a:t>Sýna þann félaga sem býr utan Reykjavíkur sem hefur mestan fjölda stiga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367D5-0905-4207-AAF1-58862BF3D3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25D5D-5A5C-45D5-A6C6-A737016C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33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4005647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is-IS" sz="3200"/>
              <a:t>Reglulegar segðir </a:t>
            </a:r>
            <a:r>
              <a:rPr lang="en-US" altLang="is-IS"/>
              <a:t>(</a:t>
            </a:r>
            <a:r>
              <a:rPr lang="en-US" altLang="is-IS" i="1"/>
              <a:t>regular expressions</a:t>
            </a:r>
            <a:r>
              <a:rPr lang="en-US" altLang="is-IS"/>
              <a:t>)</a:t>
            </a:r>
            <a:endParaRPr lang="en-US" altLang="is-IS" sz="3200"/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Hægt að nota </a:t>
            </a:r>
            <a:r>
              <a:rPr lang="en-US" altLang="is-IS" sz="2400" b="1" i="1"/>
              <a:t>algildisstafi</a:t>
            </a:r>
            <a:r>
              <a:rPr lang="en-US" altLang="is-IS" sz="2400"/>
              <a:t> </a:t>
            </a:r>
            <a:r>
              <a:rPr lang="en-US" altLang="is-IS" sz="1800"/>
              <a:t>(</a:t>
            </a:r>
            <a:r>
              <a:rPr lang="en-US" altLang="is-IS" sz="1800" i="1"/>
              <a:t>wildcards</a:t>
            </a:r>
            <a:r>
              <a:rPr lang="en-US" altLang="is-IS" sz="1800"/>
              <a:t>)</a:t>
            </a:r>
            <a:endParaRPr lang="en-US" altLang="is-IS" sz="2400"/>
          </a:p>
          <a:p>
            <a:pPr lvl="1"/>
            <a:r>
              <a:rPr lang="en-US" altLang="is-IS" sz="2000"/>
              <a:t>Notum þá með orðinu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E34B4-B50A-4789-90B1-A4E7D407064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92B358-E407-409B-8289-43543A35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34</a:t>
            </a:fld>
            <a:endParaRPr lang="is-IS"/>
          </a:p>
        </p:txBody>
      </p:sp>
      <p:sp>
        <p:nvSpPr>
          <p:cNvPr id="71684" name="TextBox 6"/>
          <p:cNvSpPr txBox="1">
            <a:spLocks noChangeArrowheads="1"/>
          </p:cNvSpPr>
          <p:nvPr/>
        </p:nvSpPr>
        <p:spPr bwMode="auto">
          <a:xfrm>
            <a:off x="1772554" y="2318883"/>
            <a:ext cx="45005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sumarhus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stadur like 'Husaf%';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1977" y="3250625"/>
            <a:ext cx="4923720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Sýnir öll sumarhús með staðsetningu sem byrjar á 'Husaf'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C89920A-0A12-1582-942F-C238AB82071E}"/>
              </a:ext>
            </a:extLst>
          </p:cNvPr>
          <p:cNvSpPr/>
          <p:nvPr/>
        </p:nvSpPr>
        <p:spPr>
          <a:xfrm>
            <a:off x="6628448" y="2107141"/>
            <a:ext cx="1864290" cy="555145"/>
          </a:xfrm>
          <a:prstGeom prst="wedgeRoundRectCallout">
            <a:avLst>
              <a:gd name="adj1" fmla="val -83184"/>
              <a:gd name="adj2" fmla="val 47320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Táknið </a:t>
            </a:r>
            <a:r>
              <a:rPr lang="en-US" sz="1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400">
                <a:solidFill>
                  <a:schemeClr val="accent1"/>
                </a:solidFill>
              </a:rPr>
              <a:t> parast á móti 0 eða fleiri stöfum</a:t>
            </a:r>
          </a:p>
        </p:txBody>
      </p:sp>
    </p:spTree>
    <p:extLst>
      <p:ext uri="{BB962C8B-B14F-4D97-AF65-F5344CB8AC3E}">
        <p14:creationId xmlns:p14="http://schemas.microsoft.com/office/powerpoint/2010/main" val="282880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  <p:bldP spid="71684" grpId="0"/>
      <p:bldP spid="8" grpId="0" animBg="1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Reglulegar segðir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Annað dæmi:</a:t>
            </a:r>
          </a:p>
          <a:p>
            <a:pPr>
              <a:spcBef>
                <a:spcPts val="1200"/>
              </a:spcBef>
            </a:pPr>
            <a:endParaRPr lang="en-US" altLang="is-IS" sz="2400"/>
          </a:p>
          <a:p>
            <a:pPr>
              <a:spcBef>
                <a:spcPts val="1200"/>
              </a:spcBef>
            </a:pPr>
            <a:endParaRPr lang="en-US" altLang="is-IS" sz="2400"/>
          </a:p>
          <a:p>
            <a:pPr>
              <a:spcBef>
                <a:spcPts val="1200"/>
              </a:spcBef>
            </a:pPr>
            <a:endParaRPr lang="en-US" altLang="is-IS" sz="2400"/>
          </a:p>
          <a:p>
            <a:pPr>
              <a:spcBef>
                <a:spcPts val="1200"/>
              </a:spcBef>
            </a:pPr>
            <a:r>
              <a:rPr lang="en-US" altLang="is-IS" sz="2400"/>
              <a:t>Hvað með?</a:t>
            </a:r>
            <a:endParaRPr lang="en-US" altLang="is-IS" sz="2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E24DD-2D07-44AB-BAE6-A1BC3D4299F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046B2C-7F79-4F4C-9611-5161B929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35</a:t>
            </a:fld>
            <a:endParaRPr lang="is-IS"/>
          </a:p>
        </p:txBody>
      </p:sp>
      <p:sp>
        <p:nvSpPr>
          <p:cNvPr id="73732" name="TextBox 6"/>
          <p:cNvSpPr txBox="1">
            <a:spLocks noChangeArrowheads="1"/>
          </p:cNvSpPr>
          <p:nvPr/>
        </p:nvSpPr>
        <p:spPr bwMode="auto">
          <a:xfrm>
            <a:off x="2635582" y="1559047"/>
            <a:ext cx="37504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like '%i%';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9484" y="2295984"/>
            <a:ext cx="4170885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Sýnir alla félagar með nöfn sem innihalda stafinn  </a:t>
            </a:r>
            <a:r>
              <a:rPr lang="en-US" sz="15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73734" name="TextBox 8"/>
          <p:cNvSpPr txBox="1">
            <a:spLocks noChangeArrowheads="1"/>
          </p:cNvSpPr>
          <p:nvPr/>
        </p:nvSpPr>
        <p:spPr bwMode="auto">
          <a:xfrm>
            <a:off x="2635582" y="3717699"/>
            <a:ext cx="37504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like '%';</a:t>
            </a:r>
          </a:p>
        </p:txBody>
      </p:sp>
    </p:spTree>
    <p:extLst>
      <p:ext uri="{BB962C8B-B14F-4D97-AF65-F5344CB8AC3E}">
        <p14:creationId xmlns:p14="http://schemas.microsoft.com/office/powerpoint/2010/main" val="380775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uiExpand="1" build="p"/>
      <p:bldP spid="73732" grpId="0"/>
      <p:bldP spid="8" grpId="0" animBg="1"/>
      <p:bldP spid="737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Reglulegar segðir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s-IS" sz="2100"/>
              <a:t>Táknið </a:t>
            </a:r>
            <a:r>
              <a:rPr lang="en-US" altLang="is-IS" sz="2100" b="1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is-IS" sz="2100"/>
              <a:t>  passar við nákvæmlega einn staf</a:t>
            </a:r>
          </a:p>
          <a:p>
            <a:endParaRPr lang="en-US" altLang="is-IS" sz="2100"/>
          </a:p>
          <a:p>
            <a:endParaRPr lang="en-US" altLang="is-IS" sz="2100"/>
          </a:p>
          <a:p>
            <a:endParaRPr lang="en-US" altLang="is-IS" sz="2100"/>
          </a:p>
          <a:p>
            <a:endParaRPr lang="en-US" altLang="is-IS" sz="2100"/>
          </a:p>
          <a:p>
            <a:r>
              <a:rPr lang="en-US" altLang="is-IS" sz="2100"/>
              <a:t>Finna nöfn með 5 eða fleiri stafi: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1AD1DC-3E7F-480A-B383-AAD8CF57163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72B04F-710A-4B02-A112-0981D9DD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36</a:t>
            </a:fld>
            <a:endParaRPr lang="is-IS"/>
          </a:p>
        </p:txBody>
      </p:sp>
      <p:sp>
        <p:nvSpPr>
          <p:cNvPr id="75780" name="TextBox 6"/>
          <p:cNvSpPr txBox="1">
            <a:spLocks noChangeArrowheads="1"/>
          </p:cNvSpPr>
          <p:nvPr/>
        </p:nvSpPr>
        <p:spPr bwMode="auto">
          <a:xfrm>
            <a:off x="2214563" y="1565168"/>
            <a:ext cx="3964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like '____';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2774" y="2323536"/>
            <a:ext cx="2972096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Sýnir alla félagar með 4ra stafa nöfn</a:t>
            </a:r>
          </a:p>
        </p:txBody>
      </p:sp>
      <p:sp>
        <p:nvSpPr>
          <p:cNvPr id="75784" name="TextBox 11"/>
          <p:cNvSpPr txBox="1">
            <a:spLocks noChangeArrowheads="1"/>
          </p:cNvSpPr>
          <p:nvPr/>
        </p:nvSpPr>
        <p:spPr bwMode="auto">
          <a:xfrm>
            <a:off x="2214563" y="3550220"/>
            <a:ext cx="41790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like '_____%';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0AAE7E9-821B-8532-50E5-6DECD426350A}"/>
              </a:ext>
            </a:extLst>
          </p:cNvPr>
          <p:cNvSpPr/>
          <p:nvPr/>
        </p:nvSpPr>
        <p:spPr>
          <a:xfrm>
            <a:off x="6393657" y="2209291"/>
            <a:ext cx="831477" cy="323166"/>
          </a:xfrm>
          <a:prstGeom prst="wedgeRoundRectCallout">
            <a:avLst>
              <a:gd name="adj1" fmla="val -121160"/>
              <a:gd name="adj2" fmla="val -5446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4 _ tákn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F5671841-1109-D840-4965-D5215EED2917}"/>
              </a:ext>
            </a:extLst>
          </p:cNvPr>
          <p:cNvSpPr/>
          <p:nvPr/>
        </p:nvSpPr>
        <p:spPr>
          <a:xfrm>
            <a:off x="6308698" y="4250897"/>
            <a:ext cx="831477" cy="323166"/>
          </a:xfrm>
          <a:prstGeom prst="wedgeRoundRectCallout">
            <a:avLst>
              <a:gd name="adj1" fmla="val -115622"/>
              <a:gd name="adj2" fmla="val -6260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5 _ tákn</a:t>
            </a:r>
          </a:p>
        </p:txBody>
      </p:sp>
    </p:spTree>
    <p:extLst>
      <p:ext uri="{BB962C8B-B14F-4D97-AF65-F5344CB8AC3E}">
        <p14:creationId xmlns:p14="http://schemas.microsoft.com/office/powerpoint/2010/main" val="287169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uiExpand="1" build="p"/>
      <p:bldP spid="75780" grpId="0"/>
      <p:bldP spid="8" grpId="0" animBg="1"/>
      <p:bldP spid="75784" grpId="0"/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Reglulegar segðir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463214" y="1050823"/>
            <a:ext cx="7667709" cy="3740753"/>
          </a:xfrm>
        </p:spPr>
        <p:txBody>
          <a:bodyPr>
            <a:normAutofit/>
          </a:bodyPr>
          <a:lstStyle/>
          <a:p>
            <a:r>
              <a:rPr lang="en-US" altLang="is-IS" sz="2400"/>
              <a:t>Viljum finna félaga með nöfn sem eru 4 stafir eða styttri</a:t>
            </a:r>
          </a:p>
          <a:p>
            <a:pPr lvl="1"/>
            <a:r>
              <a:rPr lang="en-US" altLang="is-IS" sz="2000"/>
              <a:t>Ein leið:</a:t>
            </a:r>
          </a:p>
          <a:p>
            <a:pPr lvl="1"/>
            <a:endParaRPr lang="en-US" altLang="is-IS" sz="2000"/>
          </a:p>
          <a:p>
            <a:pPr lvl="1"/>
            <a:endParaRPr lang="en-US" altLang="is-IS" sz="2000"/>
          </a:p>
          <a:p>
            <a:pPr lvl="1"/>
            <a:endParaRPr lang="en-US" altLang="is-IS" sz="2000"/>
          </a:p>
          <a:p>
            <a:pPr lvl="1">
              <a:spcBef>
                <a:spcPts val="1200"/>
              </a:spcBef>
            </a:pPr>
            <a:r>
              <a:rPr lang="en-US" altLang="is-IS" sz="2000"/>
              <a:t>Betri leið: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48362-CA04-4B8B-8812-7D1923A7F2C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1511FE-34B9-411A-8228-8693ED5D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37</a:t>
            </a:fld>
            <a:endParaRPr lang="is-IS"/>
          </a:p>
        </p:txBody>
      </p:sp>
      <p:sp>
        <p:nvSpPr>
          <p:cNvPr id="77828" name="TextBox 6"/>
          <p:cNvSpPr txBox="1">
            <a:spLocks noChangeArrowheads="1"/>
          </p:cNvSpPr>
          <p:nvPr/>
        </p:nvSpPr>
        <p:spPr bwMode="auto">
          <a:xfrm>
            <a:off x="2385788" y="1736119"/>
            <a:ext cx="417909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like '_' 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nafn like '__' 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...;</a:t>
            </a:r>
          </a:p>
        </p:txBody>
      </p:sp>
      <p:sp>
        <p:nvSpPr>
          <p:cNvPr id="77829" name="TextBox 7"/>
          <p:cNvSpPr txBox="1">
            <a:spLocks noChangeArrowheads="1"/>
          </p:cNvSpPr>
          <p:nvPr/>
        </p:nvSpPr>
        <p:spPr bwMode="auto">
          <a:xfrm>
            <a:off x="2385788" y="3458652"/>
            <a:ext cx="4714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not like '_____%';</a:t>
            </a:r>
          </a:p>
        </p:txBody>
      </p:sp>
    </p:spTree>
    <p:extLst>
      <p:ext uri="{BB962C8B-B14F-4D97-AF65-F5344CB8AC3E}">
        <p14:creationId xmlns:p14="http://schemas.microsoft.com/office/powerpoint/2010/main" val="135641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  <p:bldP spid="77828" grpId="0"/>
      <p:bldP spid="778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Há</a:t>
            </a:r>
            <a:r>
              <a:rPr lang="is-IS" altLang="is-IS" sz="3200">
                <a:latin typeface="Jost Medium"/>
              </a:rPr>
              <a:t>s</a:t>
            </a:r>
            <a:r>
              <a:rPr lang="is-IS" altLang="is-IS" sz="3200"/>
              <a:t>tafir/lágstafir í</a:t>
            </a:r>
            <a:r>
              <a:rPr lang="is-IS" altLang="is-IS" sz="3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s-IS" altLang="is-IS" sz="3200" b="1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>
                <a:latin typeface="Jost"/>
              </a:rPr>
              <a:t>Sjálfgefið</a:t>
            </a:r>
            <a:r>
              <a:rPr lang="is-IS" altLang="is-IS" sz="2400"/>
              <a:t> er að </a:t>
            </a:r>
            <a:r>
              <a:rPr lang="is-I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is-IS" altLang="is-IS" sz="2400"/>
              <a:t> geri </a:t>
            </a:r>
            <a:r>
              <a:rPr lang="is-IS" altLang="is-IS" sz="2400" u="sng"/>
              <a:t>ekki</a:t>
            </a:r>
            <a:r>
              <a:rPr lang="is-IS" altLang="is-IS" sz="2400"/>
              <a:t> greinarmun á hástöfum og lágstöfum</a:t>
            </a:r>
          </a:p>
          <a:p>
            <a:pPr lvl="1"/>
            <a:r>
              <a:rPr lang="is-IS" altLang="is-IS" sz="2000"/>
              <a:t>Hægt að breyta því:</a:t>
            </a:r>
          </a:p>
          <a:p>
            <a:pPr lvl="1"/>
            <a:endParaRPr lang="is-IS" altLang="is-IS" sz="2000"/>
          </a:p>
          <a:p>
            <a:pPr lvl="1"/>
            <a:endParaRPr lang="is-IS" altLang="is-IS" sz="2000"/>
          </a:p>
          <a:p>
            <a:pPr lvl="1">
              <a:spcBef>
                <a:spcPct val="0"/>
              </a:spcBef>
            </a:pPr>
            <a:r>
              <a:rPr lang="is-IS" altLang="is-IS" sz="2000"/>
              <a:t>Þá skilar þessi skipun engri niðurstöðu: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D06BE-B284-45C1-B4E2-9166E8616DE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5BC223-33BD-4183-9FAC-6B411CF4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38</a:t>
            </a:fld>
            <a:endParaRPr lang="is-IS"/>
          </a:p>
        </p:txBody>
      </p:sp>
      <p:sp>
        <p:nvSpPr>
          <p:cNvPr id="79876" name="TextBox 6"/>
          <p:cNvSpPr txBox="1">
            <a:spLocks noChangeArrowheads="1"/>
          </p:cNvSpPr>
          <p:nvPr/>
        </p:nvSpPr>
        <p:spPr bwMode="auto">
          <a:xfrm>
            <a:off x="2367311" y="2251770"/>
            <a:ext cx="45708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pragma case_sensitive_like = on;</a:t>
            </a:r>
          </a:p>
        </p:txBody>
      </p:sp>
      <p:sp>
        <p:nvSpPr>
          <p:cNvPr id="79877" name="TextBox 6"/>
          <p:cNvSpPr txBox="1">
            <a:spLocks noChangeArrowheads="1"/>
          </p:cNvSpPr>
          <p:nvPr/>
        </p:nvSpPr>
        <p:spPr bwMode="auto">
          <a:xfrm>
            <a:off x="2367310" y="3339993"/>
            <a:ext cx="457081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where nafn like 'gunnar';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8429" y="4146159"/>
            <a:ext cx="3476094" cy="52322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pragma</a:t>
            </a:r>
            <a:r>
              <a:rPr lang="en-US" sz="1400">
                <a:solidFill>
                  <a:schemeClr val="accent1"/>
                </a:solidFill>
              </a:rPr>
              <a:t> er óstöðluð skipun, sem hægt er að nota til að breyta hegðun SQLite á ýmsa vegu</a:t>
            </a:r>
          </a:p>
        </p:txBody>
      </p:sp>
    </p:spTree>
    <p:extLst>
      <p:ext uri="{BB962C8B-B14F-4D97-AF65-F5344CB8AC3E}">
        <p14:creationId xmlns:p14="http://schemas.microsoft.com/office/powerpoint/2010/main" val="135456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uiExpand="1" build="p"/>
      <p:bldP spid="79876" grpId="0"/>
      <p:bldP spid="79877" grpId="0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Æfingar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is-IS" sz="2400"/>
              <a:t>Sýnið öll sumarhús með textann "vatn" í nafninu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Sýnið allar leigur í júlí, óháð ári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Sýnið alla félagsmenn með nafn sem endar á "a" og hafa meira en 200 stig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DDA0A-2E83-4572-BD58-3332BE6FE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1814E0-24F6-442F-A645-0B26056F4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39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985581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Aðrar skipanir í SQL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Að búa til og eyða töflum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BFCBA8-B194-4918-A294-9D762A2EC9D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76D06E-C369-4A9E-8CF2-FB2A47FF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40</a:t>
            </a:fld>
            <a:endParaRPr lang="is-IS"/>
          </a:p>
        </p:txBody>
      </p:sp>
      <p:sp>
        <p:nvSpPr>
          <p:cNvPr id="83972" name="TextBox 6"/>
          <p:cNvSpPr txBox="1">
            <a:spLocks noChangeArrowheads="1"/>
          </p:cNvSpPr>
          <p:nvPr/>
        </p:nvSpPr>
        <p:spPr bwMode="auto">
          <a:xfrm>
            <a:off x="2482454" y="1984037"/>
            <a:ext cx="353615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felagar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fnr integer,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nafn char(30),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postnr char(3),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stig integer,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inng_ar integer);</a:t>
            </a:r>
          </a:p>
        </p:txBody>
      </p:sp>
      <p:sp>
        <p:nvSpPr>
          <p:cNvPr id="83979" name="TextBox 20"/>
          <p:cNvSpPr txBox="1">
            <a:spLocks noChangeArrowheads="1"/>
          </p:cNvSpPr>
          <p:nvPr/>
        </p:nvSpPr>
        <p:spPr bwMode="auto">
          <a:xfrm>
            <a:off x="2482453" y="4100513"/>
            <a:ext cx="2786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 felagar;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9764" y="4066254"/>
            <a:ext cx="1600200" cy="507831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350">
                <a:solidFill>
                  <a:schemeClr val="accent1"/>
                </a:solidFill>
              </a:rPr>
              <a:t>Eyðir út töflunni og öllu sem í henni er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48A269D2-F171-3EAD-58EC-42C022591B3C}"/>
              </a:ext>
            </a:extLst>
          </p:cNvPr>
          <p:cNvSpPr/>
          <p:nvPr/>
        </p:nvSpPr>
        <p:spPr>
          <a:xfrm>
            <a:off x="5845364" y="1477849"/>
            <a:ext cx="1334600" cy="300082"/>
          </a:xfrm>
          <a:prstGeom prst="wedgeRoundRectCallout">
            <a:avLst>
              <a:gd name="adj1" fmla="val -92861"/>
              <a:gd name="adj2" fmla="val 152368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Nafn töflunnar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A5E35C67-5511-E2C8-6757-472D52566648}"/>
              </a:ext>
            </a:extLst>
          </p:cNvPr>
          <p:cNvSpPr/>
          <p:nvPr/>
        </p:nvSpPr>
        <p:spPr>
          <a:xfrm>
            <a:off x="5788764" y="2484309"/>
            <a:ext cx="1182200" cy="300082"/>
          </a:xfrm>
          <a:prstGeom prst="wedgeRoundRectCallout">
            <a:avLst>
              <a:gd name="adj1" fmla="val -133482"/>
              <a:gd name="adj2" fmla="val -5808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Tegund dálks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A3426F02-B0D0-1B07-D8E6-5EFB25B61023}"/>
              </a:ext>
            </a:extLst>
          </p:cNvPr>
          <p:cNvSpPr/>
          <p:nvPr/>
        </p:nvSpPr>
        <p:spPr>
          <a:xfrm>
            <a:off x="1247775" y="2738822"/>
            <a:ext cx="1029800" cy="300082"/>
          </a:xfrm>
          <a:prstGeom prst="wedgeRoundRectCallout">
            <a:avLst>
              <a:gd name="adj1" fmla="val 124595"/>
              <a:gd name="adj2" fmla="val -112889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Nafn dálks</a:t>
            </a:r>
          </a:p>
        </p:txBody>
      </p:sp>
    </p:spTree>
    <p:extLst>
      <p:ext uri="{BB962C8B-B14F-4D97-AF65-F5344CB8AC3E}">
        <p14:creationId xmlns:p14="http://schemas.microsoft.com/office/powerpoint/2010/main" val="137901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  <p:bldP spid="83972" grpId="0"/>
      <p:bldP spid="83979" grpId="0"/>
      <p:bldP spid="22" grpId="0" animBg="1"/>
      <p:bldP spid="4" grpId="0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Aðrar skipanir í SQL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Setja inn gögn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F50E9-9333-411B-8017-C89F1D4414F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CA515E-DFDC-48BC-A4E5-A3CF0150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41</a:t>
            </a:fld>
            <a:endParaRPr lang="is-IS"/>
          </a:p>
        </p:txBody>
      </p:sp>
      <p:sp>
        <p:nvSpPr>
          <p:cNvPr id="86020" name="TextBox 6"/>
          <p:cNvSpPr txBox="1">
            <a:spLocks noChangeArrowheads="1"/>
          </p:cNvSpPr>
          <p:nvPr/>
        </p:nvSpPr>
        <p:spPr bwMode="auto">
          <a:xfrm>
            <a:off x="2000250" y="1724670"/>
            <a:ext cx="562570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(fnr, nafn, postnr, stig, inng_ar)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values (55, 'Axel', '108', 50, 2026);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1704" y="3115432"/>
            <a:ext cx="4711211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Má sleppa því að telja upp dálkana ef öll gildi til staðar</a:t>
            </a:r>
          </a:p>
        </p:txBody>
      </p:sp>
      <p:sp>
        <p:nvSpPr>
          <p:cNvPr id="86022" name="TextBox 8"/>
          <p:cNvSpPr txBox="1">
            <a:spLocks noChangeArrowheads="1"/>
          </p:cNvSpPr>
          <p:nvPr/>
        </p:nvSpPr>
        <p:spPr bwMode="auto">
          <a:xfrm>
            <a:off x="3295983" y="3703517"/>
            <a:ext cx="3262652" cy="58477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Ef ekki er sett gildi í einhvern dálk þá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latin typeface="+mn-lt"/>
              </a:rPr>
              <a:t>verður hann tómur (þ.e. </a:t>
            </a:r>
            <a:r>
              <a:rPr lang="en-US" altLang="is-IS" sz="1600" b="1">
                <a:solidFill>
                  <a:schemeClr val="accent1"/>
                </a:solidFill>
                <a:latin typeface="+mn-lt"/>
              </a:rPr>
              <a:t>NULL</a:t>
            </a:r>
            <a:r>
              <a:rPr lang="en-US" altLang="is-IS" sz="1600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558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  <p:bldP spid="86020" grpId="0"/>
      <p:bldP spid="8" grpId="0" animBg="1"/>
      <p:bldP spid="8602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Aðrar skipanir í SQL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is-IS" sz="2400"/>
              <a:t>Eyða gögnum</a:t>
            </a:r>
          </a:p>
          <a:p>
            <a:pPr lvl="1">
              <a:spcBef>
                <a:spcPts val="1200"/>
              </a:spcBef>
            </a:pPr>
            <a:endParaRPr lang="en-US" altLang="is-IS" sz="2400"/>
          </a:p>
          <a:p>
            <a:pPr lvl="1">
              <a:spcBef>
                <a:spcPts val="1200"/>
              </a:spcBef>
            </a:pPr>
            <a:endParaRPr lang="en-US" altLang="is-IS" sz="2400"/>
          </a:p>
          <a:p>
            <a:pPr marL="457200" lvl="1" indent="0">
              <a:spcBef>
                <a:spcPts val="1200"/>
              </a:spcBef>
              <a:buNone/>
            </a:pPr>
            <a:endParaRPr lang="en-US" altLang="is-IS" sz="2400"/>
          </a:p>
          <a:p>
            <a:pPr lvl="1">
              <a:spcBef>
                <a:spcPts val="1200"/>
              </a:spcBef>
            </a:pPr>
            <a:r>
              <a:rPr lang="en-US" altLang="is-IS" sz="2400"/>
              <a:t>Ef skilyrðið vantar ...</a:t>
            </a:r>
            <a:endParaRPr lang="en-US" altLang="is-IS" sz="2400" b="1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27220-1B8F-47D3-9F37-CEE13DDC6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ADCD13-FF1D-481F-88E4-A20DD524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42</a:t>
            </a:fld>
            <a:endParaRPr lang="is-IS"/>
          </a:p>
        </p:txBody>
      </p:sp>
      <p:sp>
        <p:nvSpPr>
          <p:cNvPr id="88068" name="TextBox 6"/>
          <p:cNvSpPr txBox="1">
            <a:spLocks noChangeArrowheads="1"/>
          </p:cNvSpPr>
          <p:nvPr/>
        </p:nvSpPr>
        <p:spPr bwMode="auto">
          <a:xfrm>
            <a:off x="2756032" y="1777549"/>
            <a:ext cx="31611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fnr = 55;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8835" y="2481865"/>
            <a:ext cx="3705758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Eyðir út öllum línum sem uppfylla skilyrðið</a:t>
            </a:r>
          </a:p>
        </p:txBody>
      </p:sp>
      <p:sp>
        <p:nvSpPr>
          <p:cNvPr id="88070" name="TextBox 8"/>
          <p:cNvSpPr txBox="1">
            <a:spLocks noChangeArrowheads="1"/>
          </p:cNvSpPr>
          <p:nvPr/>
        </p:nvSpPr>
        <p:spPr bwMode="auto">
          <a:xfrm>
            <a:off x="2756032" y="3782377"/>
            <a:ext cx="3161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felagar;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A5AEB-0470-D998-B21E-E6CF5348B462}"/>
              </a:ext>
            </a:extLst>
          </p:cNvPr>
          <p:cNvSpPr txBox="1"/>
          <p:nvPr/>
        </p:nvSpPr>
        <p:spPr>
          <a:xfrm>
            <a:off x="3826502" y="3125037"/>
            <a:ext cx="3116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s-IS" sz="2400" b="1">
                <a:solidFill>
                  <a:srgbClr val="FF0000"/>
                </a:solidFill>
              </a:rPr>
              <a:t>þá er öllum línum eytt!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2333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  <p:bldP spid="88068" grpId="0"/>
      <p:bldP spid="8" grpId="0" animBg="1"/>
      <p:bldP spid="88070" grpId="0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Aðrar skipanir í SQL</a:t>
            </a:r>
          </a:p>
        </p:txBody>
      </p:sp>
      <p:sp>
        <p:nvSpPr>
          <p:cNvPr id="901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Breyta gögnum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E181D-AEA5-428B-AD32-D1365223E85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ED779C-0404-45EB-A4C3-B93C9F76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43</a:t>
            </a:fld>
            <a:endParaRPr lang="is-IS"/>
          </a:p>
        </p:txBody>
      </p:sp>
      <p:sp>
        <p:nvSpPr>
          <p:cNvPr id="90116" name="TextBox 6"/>
          <p:cNvSpPr txBox="1">
            <a:spLocks noChangeArrowheads="1"/>
          </p:cNvSpPr>
          <p:nvPr/>
        </p:nvSpPr>
        <p:spPr bwMode="auto">
          <a:xfrm>
            <a:off x="2643188" y="1593829"/>
            <a:ext cx="326826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set postnr = '101'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fnr = 31;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736" y="2622857"/>
            <a:ext cx="3632276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Breytir öllum línum sem uppfylla skilyrðið</a:t>
            </a:r>
          </a:p>
        </p:txBody>
      </p:sp>
      <p:sp>
        <p:nvSpPr>
          <p:cNvPr id="90118" name="TextBox 8"/>
          <p:cNvSpPr txBox="1">
            <a:spLocks noChangeArrowheads="1"/>
          </p:cNvSpPr>
          <p:nvPr/>
        </p:nvSpPr>
        <p:spPr bwMode="auto">
          <a:xfrm>
            <a:off x="2643188" y="3494456"/>
            <a:ext cx="380404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set stig = stig - 50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nafn = 'Rakel';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4F2B5-6C29-4444-54E3-76B4F6B02CA1}"/>
              </a:ext>
            </a:extLst>
          </p:cNvPr>
          <p:cNvSpPr txBox="1"/>
          <p:nvPr/>
        </p:nvSpPr>
        <p:spPr>
          <a:xfrm>
            <a:off x="3522058" y="4533445"/>
            <a:ext cx="2637645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Lækkar stigin hjá Rakel um 50</a:t>
            </a:r>
          </a:p>
        </p:txBody>
      </p:sp>
    </p:spTree>
    <p:extLst>
      <p:ext uri="{BB962C8B-B14F-4D97-AF65-F5344CB8AC3E}">
        <p14:creationId xmlns:p14="http://schemas.microsoft.com/office/powerpoint/2010/main" val="89173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  <p:bldP spid="90116" grpId="0"/>
      <p:bldP spid="8" grpId="0" animBg="1"/>
      <p:bldP spid="90118" grpId="0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Æfingar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Hækkið stigin hjá öllum félagsmönnum um 50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Búið til töfluna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tilraun</a:t>
            </a:r>
            <a:r>
              <a:rPr lang="en-US" altLang="is-IS" sz="2400"/>
              <a:t> með dálkunum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is-IS" sz="2400"/>
              <a:t> (heiltala) og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is-IS" sz="2400"/>
              <a:t> (10 stafa texti)</a:t>
            </a:r>
          </a:p>
          <a:p>
            <a:pPr lvl="1"/>
            <a:r>
              <a:rPr lang="en-US" altLang="is-IS" sz="2000"/>
              <a:t>Setjið eina línu inní töfluna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tilraun</a:t>
            </a:r>
          </a:p>
          <a:p>
            <a:pPr lvl="1"/>
            <a:r>
              <a:rPr lang="en-US" altLang="is-IS" sz="2000"/>
              <a:t>Skoðið töfluna með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lvl="1"/>
            <a:r>
              <a:rPr lang="en-US" altLang="is-IS" sz="2000"/>
              <a:t>Eyðið töflunni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77F1B-D6CB-42B8-989A-BC09CCFDDC2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6F9-E267-4C22-A738-2A9C4E74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44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859161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Innflutningur gagna</a:t>
            </a: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Gagnasafnskerfi hafa líka sérstakar skipanir til að hlaða inn gögnum</a:t>
            </a:r>
          </a:p>
          <a:p>
            <a:pPr lvl="1">
              <a:spcBef>
                <a:spcPts val="900"/>
              </a:spcBef>
            </a:pPr>
            <a:r>
              <a:rPr lang="en-US" altLang="is-IS" sz="2000"/>
              <a:t>Mismunandi skipanir milli kerfa, ekki hluti af SQL</a:t>
            </a:r>
          </a:p>
          <a:p>
            <a:pPr lvl="1">
              <a:spcBef>
                <a:spcPts val="900"/>
              </a:spcBef>
            </a:pPr>
            <a:r>
              <a:rPr lang="en-US" altLang="is-IS" sz="2000"/>
              <a:t>Gögn oftast á CSV-formi  </a:t>
            </a:r>
            <a:r>
              <a:rPr lang="en-US" altLang="is-IS" sz="1800"/>
              <a:t>(</a:t>
            </a:r>
            <a:r>
              <a:rPr lang="en-US" altLang="is-IS" sz="1800" i="1" u="sng"/>
              <a:t>C</a:t>
            </a:r>
            <a:r>
              <a:rPr lang="en-US" altLang="is-IS" sz="1800" i="1"/>
              <a:t>omma </a:t>
            </a:r>
            <a:r>
              <a:rPr lang="en-US" altLang="is-IS" sz="1800" i="1" u="sng"/>
              <a:t>S</a:t>
            </a:r>
            <a:r>
              <a:rPr lang="en-US" altLang="is-IS" sz="1800" i="1"/>
              <a:t>eparated </a:t>
            </a:r>
            <a:r>
              <a:rPr lang="en-US" altLang="is-IS" sz="1800" i="1" u="sng"/>
              <a:t>V</a:t>
            </a:r>
            <a:r>
              <a:rPr lang="en-US" altLang="is-IS" sz="1800" i="1"/>
              <a:t>alues</a:t>
            </a:r>
            <a:r>
              <a:rPr lang="en-US" altLang="is-IS" sz="1800"/>
              <a:t>)</a:t>
            </a:r>
            <a:endParaRPr lang="en-US" altLang="is-IS" sz="2000"/>
          </a:p>
          <a:p>
            <a:pPr lvl="2">
              <a:spcBef>
                <a:spcPts val="900"/>
              </a:spcBef>
            </a:pPr>
            <a:r>
              <a:rPr lang="en-US" altLang="is-IS" sz="1600"/>
              <a:t>Aðskilnaðartákn geta verið:  </a:t>
            </a:r>
            <a:r>
              <a:rPr lang="en-US" altLang="is-IS" sz="1600">
                <a:latin typeface="Courier New" panose="02070309020205020404" pitchFamily="49" charset="0"/>
                <a:cs typeface="Courier New" panose="02070309020205020404" pitchFamily="49" charset="0"/>
              </a:rPr>
              <a:t>, ; : | </a:t>
            </a:r>
            <a:r>
              <a:rPr lang="en-US" altLang="is-IS" sz="1600" b="1">
                <a:latin typeface="Courier New" panose="02070309020205020404" pitchFamily="49" charset="0"/>
                <a:cs typeface="Courier New" panose="02070309020205020404" pitchFamily="49" charset="0"/>
              </a:rPr>
              <a:t>TAB</a:t>
            </a:r>
          </a:p>
          <a:p>
            <a:pPr lvl="1">
              <a:spcBef>
                <a:spcPts val="900"/>
              </a:spcBef>
            </a:pPr>
            <a:r>
              <a:rPr lang="en-US" altLang="is-IS" sz="2000"/>
              <a:t>Nú að verða algengara að nota XML (eða JSON)</a:t>
            </a:r>
          </a:p>
          <a:p>
            <a:pPr lvl="1">
              <a:spcBef>
                <a:spcPts val="900"/>
              </a:spcBef>
            </a:pPr>
            <a:r>
              <a:rPr lang="en-US" altLang="is-IS" sz="2000"/>
              <a:t>Oftast hraðvirkara en að nota margar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is-IS" sz="2000"/>
              <a:t>-skipanir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26E05-7645-4ED2-9FBE-8CA69F9ABF5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CF8F6A-5A39-41F8-B524-82B4B71F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45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83072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Gagnainnflutningur í skipanalínu SQLite</a:t>
            </a:r>
          </a:p>
        </p:txBody>
      </p:sp>
      <p:sp>
        <p:nvSpPr>
          <p:cNvPr id="962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s-IS" sz="2400"/>
              <a:t>SQLite hefur skipunina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.import</a:t>
            </a:r>
            <a:r>
              <a:rPr lang="en-US" altLang="is-IS" sz="2400"/>
              <a:t>  til að lesa gögn inní töflu</a:t>
            </a:r>
          </a:p>
          <a:p>
            <a:pPr lvl="1"/>
            <a:endParaRPr lang="en-US" altLang="is-IS" sz="1800"/>
          </a:p>
          <a:p>
            <a:pPr lvl="1"/>
            <a:endParaRPr lang="en-US" altLang="is-IS" sz="1800"/>
          </a:p>
          <a:p>
            <a:pPr lvl="1"/>
            <a:endParaRPr lang="en-US" altLang="is-IS" sz="1800"/>
          </a:p>
          <a:p>
            <a:pPr lvl="1">
              <a:spcBef>
                <a:spcPts val="1200"/>
              </a:spcBef>
            </a:pPr>
            <a:r>
              <a:rPr lang="en-US" altLang="is-IS" sz="1800"/>
              <a:t>Skráin þarf að nota rétt aðskilnaðartákn ( | )</a:t>
            </a:r>
          </a:p>
          <a:p>
            <a:pPr lvl="2"/>
            <a:r>
              <a:rPr lang="en-US" altLang="is-IS" sz="1600"/>
              <a:t>Hægt að breyta því með skipuninni </a:t>
            </a:r>
            <a:r>
              <a:rPr lang="en-US" altLang="is-IS" sz="1600" b="1">
                <a:latin typeface="Courier New" panose="02070309020205020404" pitchFamily="49" charset="0"/>
                <a:cs typeface="Courier New" panose="02070309020205020404" pitchFamily="49" charset="0"/>
              </a:rPr>
              <a:t>.separator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2DCE6-7FB3-49D0-97AC-C24AC9FA6ED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06D3A-0A6D-4D3B-8D3C-CCC6863B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46</a:t>
            </a:fld>
            <a:endParaRPr lang="is-IS"/>
          </a:p>
        </p:txBody>
      </p:sp>
      <p:sp>
        <p:nvSpPr>
          <p:cNvPr id="96260" name="TextBox 6"/>
          <p:cNvSpPr txBox="1">
            <a:spLocks noChangeArrowheads="1"/>
          </p:cNvSpPr>
          <p:nvPr/>
        </p:nvSpPr>
        <p:spPr bwMode="auto">
          <a:xfrm>
            <a:off x="2652046" y="1764590"/>
            <a:ext cx="37504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.import gogn.csv felagar</a:t>
            </a:r>
          </a:p>
        </p:txBody>
      </p:sp>
      <p:sp>
        <p:nvSpPr>
          <p:cNvPr id="96265" name="TextBox 14"/>
          <p:cNvSpPr txBox="1">
            <a:spLocks noChangeArrowheads="1"/>
          </p:cNvSpPr>
          <p:nvPr/>
        </p:nvSpPr>
        <p:spPr bwMode="auto">
          <a:xfrm>
            <a:off x="2652046" y="3719258"/>
            <a:ext cx="18752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.separator ;</a:t>
            </a:r>
          </a:p>
        </p:txBody>
      </p:sp>
      <p:sp>
        <p:nvSpPr>
          <p:cNvPr id="96266" name="TextBox 15"/>
          <p:cNvSpPr txBox="1">
            <a:spLocks noChangeArrowheads="1"/>
          </p:cNvSpPr>
          <p:nvPr/>
        </p:nvSpPr>
        <p:spPr bwMode="auto">
          <a:xfrm>
            <a:off x="3381062" y="4187473"/>
            <a:ext cx="2682379" cy="52322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+mn-lt"/>
              </a:rPr>
              <a:t>Hér eftir er búist við aðskilnaðar-tákninu</a:t>
            </a:r>
            <a:r>
              <a:rPr lang="en-US" altLang="is-I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altLang="is-IS" sz="1400">
                <a:solidFill>
                  <a:schemeClr val="accent1"/>
                </a:solidFill>
                <a:latin typeface="+mn-lt"/>
              </a:rPr>
              <a:t>í innlesnum skrám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A184CEB-1D97-23B9-8189-EA1FD5ED8FA8}"/>
              </a:ext>
            </a:extLst>
          </p:cNvPr>
          <p:cNvSpPr/>
          <p:nvPr/>
        </p:nvSpPr>
        <p:spPr>
          <a:xfrm>
            <a:off x="3328435" y="2271249"/>
            <a:ext cx="1082540" cy="300082"/>
          </a:xfrm>
          <a:prstGeom prst="wedgeRoundRectCallout">
            <a:avLst>
              <a:gd name="adj1" fmla="val 44569"/>
              <a:gd name="adj2" fmla="val -11069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Nafn á skrá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EEFD968-36BA-3CD5-1A5F-7A214DA73116}"/>
              </a:ext>
            </a:extLst>
          </p:cNvPr>
          <p:cNvSpPr/>
          <p:nvPr/>
        </p:nvSpPr>
        <p:spPr>
          <a:xfrm>
            <a:off x="5394488" y="2277676"/>
            <a:ext cx="1082540" cy="300082"/>
          </a:xfrm>
          <a:prstGeom prst="wedgeRoundRectCallout">
            <a:avLst>
              <a:gd name="adj1" fmla="val -42937"/>
              <a:gd name="adj2" fmla="val -119466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Nafn á töflu</a:t>
            </a:r>
          </a:p>
        </p:txBody>
      </p:sp>
    </p:spTree>
    <p:extLst>
      <p:ext uri="{BB962C8B-B14F-4D97-AF65-F5344CB8AC3E}">
        <p14:creationId xmlns:p14="http://schemas.microsoft.com/office/powerpoint/2010/main" val="80108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uiExpand="1" build="p"/>
      <p:bldP spid="96260" grpId="0"/>
      <p:bldP spid="96265" grpId="0"/>
      <p:bldP spid="96266" grpId="0" animBg="1"/>
      <p:bldP spid="4" grpId="0" animBg="1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Gagnaútflutningur í SQLite</a:t>
            </a:r>
          </a:p>
        </p:txBody>
      </p:sp>
      <p:sp>
        <p:nvSpPr>
          <p:cNvPr id="983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Notum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is-IS" sz="2400"/>
              <a:t>-skipun til að búa til gagnaskrá á CSV-formi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B1D18-5F19-40F9-8AAF-92BE091B57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E9AD52-191A-4059-9F77-9C7EC6AF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47</a:t>
            </a:fld>
            <a:endParaRPr lang="is-IS"/>
          </a:p>
        </p:txBody>
      </p:sp>
      <p:sp>
        <p:nvSpPr>
          <p:cNvPr id="98308" name="TextBox 6"/>
          <p:cNvSpPr txBox="1">
            <a:spLocks noChangeArrowheads="1"/>
          </p:cNvSpPr>
          <p:nvPr/>
        </p:nvSpPr>
        <p:spPr bwMode="auto">
          <a:xfrm>
            <a:off x="2708751" y="2283360"/>
            <a:ext cx="3375422" cy="175432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.headers off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.mode list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.separator 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.output felagar.csv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.output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083AB7-AA18-8F6A-9595-BC8203B530DC}"/>
              </a:ext>
            </a:extLst>
          </p:cNvPr>
          <p:cNvGrpSpPr/>
          <p:nvPr/>
        </p:nvGrpSpPr>
        <p:grpSpPr>
          <a:xfrm>
            <a:off x="4273398" y="1921572"/>
            <a:ext cx="4139565" cy="1300356"/>
            <a:chOff x="4661522" y="1921572"/>
            <a:chExt cx="4139565" cy="130035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C7CB03-E104-BEBF-30AD-D4EB6914AA27}"/>
                </a:ext>
              </a:extLst>
            </p:cNvPr>
            <p:cNvSpPr txBox="1"/>
            <p:nvPr/>
          </p:nvSpPr>
          <p:spPr>
            <a:xfrm>
              <a:off x="6989501" y="1921572"/>
              <a:ext cx="1811586" cy="1300356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is-IS" sz="1400"/>
                <a:t>Ýmsir fleiri möguleikar</a:t>
              </a:r>
            </a:p>
            <a:p>
              <a:pPr>
                <a:spcAft>
                  <a:spcPts val="300"/>
                </a:spcAft>
              </a:pPr>
              <a:r>
                <a:rPr lang="is-IS" sz="1400"/>
                <a:t>í </a:t>
              </a:r>
              <a:r>
                <a:rPr lang="is-IS" sz="1400" b="1">
                  <a:latin typeface="Courier New" panose="02070309020205020404" pitchFamily="49" charset="0"/>
                  <a:cs typeface="Courier New" panose="02070309020205020404" pitchFamily="49" charset="0"/>
                </a:rPr>
                <a:t>.mode</a:t>
              </a:r>
              <a:r>
                <a:rPr lang="is-IS" sz="1400"/>
                <a:t>-skipuninni:</a:t>
              </a:r>
            </a:p>
            <a:p>
              <a:pPr marL="285750" indent="-106363">
                <a:buFont typeface="Arial" panose="020B0604020202020204" pitchFamily="34" charset="0"/>
                <a:buChar char="•"/>
              </a:pPr>
              <a:r>
                <a:rPr lang="is-I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.mode column</a:t>
              </a:r>
            </a:p>
            <a:p>
              <a:pPr marL="285750" indent="-106363">
                <a:buFont typeface="Arial" panose="020B0604020202020204" pitchFamily="34" charset="0"/>
                <a:buChar char="•"/>
              </a:pPr>
              <a:r>
                <a:rPr lang="is-I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.mode table</a:t>
              </a:r>
            </a:p>
            <a:p>
              <a:pPr marL="285750" indent="-106363">
                <a:buFont typeface="Arial" panose="020B0604020202020204" pitchFamily="34" charset="0"/>
                <a:buChar char="•"/>
              </a:pPr>
              <a:r>
                <a:rPr lang="is-I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.mode csv</a:t>
              </a:r>
            </a:p>
            <a:p>
              <a:pPr marL="285750" indent="-106363">
                <a:buFont typeface="Arial" panose="020B0604020202020204" pitchFamily="34" charset="0"/>
                <a:buChar char="•"/>
              </a:pPr>
              <a:r>
                <a:rPr lang="is-I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.mode box</a:t>
              </a:r>
              <a:endParaRPr lang="en-US" sz="12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26894A-8727-90C2-86E9-45EA6B984AA4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>
              <a:off x="4661522" y="2571750"/>
              <a:ext cx="2327979" cy="1402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F7D3511-7DED-282E-06D1-D89247C1D9C5}"/>
              </a:ext>
            </a:extLst>
          </p:cNvPr>
          <p:cNvSpPr/>
          <p:nvPr/>
        </p:nvSpPr>
        <p:spPr>
          <a:xfrm>
            <a:off x="1298738" y="2283360"/>
            <a:ext cx="1082540" cy="545587"/>
          </a:xfrm>
          <a:prstGeom prst="wedgeRoundRectCallout">
            <a:avLst>
              <a:gd name="adj1" fmla="val 79815"/>
              <a:gd name="adj2" fmla="val 3399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Stilla úttak úr </a:t>
            </a:r>
            <a:r>
              <a:rPr lang="en-US" sz="1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CEC3700-3D1D-3399-E7C4-CAF7EFF27390}"/>
              </a:ext>
            </a:extLst>
          </p:cNvPr>
          <p:cNvSpPr/>
          <p:nvPr/>
        </p:nvSpPr>
        <p:spPr>
          <a:xfrm>
            <a:off x="1283457" y="3060345"/>
            <a:ext cx="1082540" cy="323166"/>
          </a:xfrm>
          <a:prstGeom prst="wedgeRoundRectCallout">
            <a:avLst>
              <a:gd name="adj1" fmla="val 83461"/>
              <a:gd name="adj2" fmla="val 29760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Úttak í skrá</a:t>
            </a:r>
            <a:endParaRPr lang="en-US" sz="1400" b="1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B2DECA2-7607-A8D5-7F44-6B5CAB727801}"/>
              </a:ext>
            </a:extLst>
          </p:cNvPr>
          <p:cNvSpPr/>
          <p:nvPr/>
        </p:nvSpPr>
        <p:spPr>
          <a:xfrm>
            <a:off x="1298738" y="3667112"/>
            <a:ext cx="1082540" cy="545587"/>
          </a:xfrm>
          <a:prstGeom prst="wedgeRoundRectCallout">
            <a:avLst>
              <a:gd name="adj1" fmla="val 82245"/>
              <a:gd name="adj2" fmla="val -1303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Úttak aftur</a:t>
            </a:r>
          </a:p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á skjáinn</a:t>
            </a:r>
          </a:p>
        </p:txBody>
      </p:sp>
    </p:spTree>
    <p:extLst>
      <p:ext uri="{BB962C8B-B14F-4D97-AF65-F5344CB8AC3E}">
        <p14:creationId xmlns:p14="http://schemas.microsoft.com/office/powerpoint/2010/main" val="252368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  <p:bldP spid="98308" grpId="0" animBg="1"/>
      <p:bldP spid="6" grpId="0" animBg="1"/>
      <p:bldP spid="7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938D-BBB2-21E0-C103-5471C2A8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sz="3200"/>
              <a:t>Útflutningur í </a:t>
            </a:r>
            <a:r>
              <a:rPr lang="is-IS" sz="3200">
                <a:hlinkClick r:id="rId2"/>
              </a:rPr>
              <a:t>sqliteonline.com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08E78-99D8-FDAB-C3F0-59066697E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sz="2400"/>
              <a:t>Flytjum út útkomu SQL fyrirspurnar</a:t>
            </a:r>
          </a:p>
          <a:p>
            <a:pPr lvl="1"/>
            <a:r>
              <a:rPr lang="is-IS" sz="2100"/>
              <a:t>Smella á útflutningshnapp        neðst í úttakssvæðinu</a:t>
            </a:r>
          </a:p>
          <a:p>
            <a:pPr lvl="1"/>
            <a:r>
              <a:rPr lang="is-IS" sz="2100"/>
              <a:t>Þá hægt að velja á milli XLSX, CSV, XML og JSON</a:t>
            </a:r>
          </a:p>
          <a:p>
            <a:pPr lvl="2"/>
            <a:r>
              <a:rPr lang="is-IS" sz="1800"/>
              <a:t>Ef CSV er valið þá hægt að velja á milli ýmissa möguleika</a:t>
            </a:r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BBF4A-B6DB-F661-1395-B4ED0F7AE9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A0D2B-9C3B-0EC4-4592-53FD0387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BEB377-8E2C-42A3-4A24-DB6601D19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346" y="1547667"/>
            <a:ext cx="276190" cy="2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4D08F6-24BC-3856-5A6F-4BEBACC43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060" y="2691978"/>
            <a:ext cx="2687148" cy="18043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94C6899C-D114-81FE-92AA-F1BD53F10E2B}"/>
              </a:ext>
            </a:extLst>
          </p:cNvPr>
          <p:cNvSpPr/>
          <p:nvPr/>
        </p:nvSpPr>
        <p:spPr>
          <a:xfrm>
            <a:off x="5943688" y="3410661"/>
            <a:ext cx="1461875" cy="545587"/>
          </a:xfrm>
          <a:prstGeom prst="wedgeRoundRectCallout">
            <a:avLst>
              <a:gd name="adj1" fmla="val -94060"/>
              <a:gd name="adj2" fmla="val 6034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s-IS" altLang="is-IS" sz="1400">
                <a:solidFill>
                  <a:schemeClr val="accent1"/>
                </a:solidFill>
              </a:rPr>
              <a:t>Gott að hafa dálkanöfnin með</a:t>
            </a:r>
            <a:endParaRPr lang="en-US" altLang="is-I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77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5796C-B6CF-5A29-0EDD-8D923674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sz="3200"/>
              <a:t>Innflutningur í </a:t>
            </a:r>
            <a:r>
              <a:rPr lang="is-IS" sz="3200">
                <a:hlinkClick r:id="rId2"/>
              </a:rPr>
              <a:t>sqliteonline.com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E7DD7-4217-EDF0-D966-A7D18784F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sz="2400"/>
              <a:t>Aðeins hægt að flytja gögn inn í nýja töflu</a:t>
            </a:r>
          </a:p>
          <a:p>
            <a:pPr lvl="1"/>
            <a:r>
              <a:rPr lang="is-IS" sz="2100"/>
              <a:t>Ef taflan er til fyrir þá kemur villa</a:t>
            </a:r>
          </a:p>
          <a:p>
            <a:r>
              <a:rPr lang="is-IS" sz="2400"/>
              <a:t>Smella á diskahnappinn        efst og velja </a:t>
            </a:r>
            <a:r>
              <a:rPr lang="is-IS" sz="2400" i="1"/>
              <a:t>Import</a:t>
            </a:r>
            <a:endParaRPr lang="en-US" sz="2400" i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5D9CB-1560-647D-01A0-1B4C8B9F745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CD061-0C2D-A402-702A-881F9550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288173-C5F4-0B94-E29C-34CC51A34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969" y="1928561"/>
            <a:ext cx="323810" cy="3428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E1AD5E-DD04-74F5-4BB6-14E7D83A7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256" y="2334564"/>
            <a:ext cx="2012695" cy="2600766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591FD26-4EF3-3154-0C40-0BB22A216E51}"/>
              </a:ext>
            </a:extLst>
          </p:cNvPr>
          <p:cNvSpPr/>
          <p:nvPr/>
        </p:nvSpPr>
        <p:spPr>
          <a:xfrm>
            <a:off x="4874051" y="3189341"/>
            <a:ext cx="2120818" cy="545587"/>
          </a:xfrm>
          <a:prstGeom prst="wedgeRoundRectCallout">
            <a:avLst>
              <a:gd name="adj1" fmla="val -79780"/>
              <a:gd name="adj2" fmla="val 58208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s-IS" altLang="is-IS" sz="1400">
                <a:solidFill>
                  <a:schemeClr val="accent1"/>
                </a:solidFill>
              </a:rPr>
              <a:t>Velja hér "</a:t>
            </a:r>
            <a:r>
              <a:rPr lang="is-IS" altLang="is-IS" sz="1400" i="1">
                <a:solidFill>
                  <a:schemeClr val="accent1"/>
                </a:solidFill>
              </a:rPr>
              <a:t>First line</a:t>
            </a:r>
            <a:r>
              <a:rPr lang="is-IS" altLang="is-IS" sz="1400">
                <a:solidFill>
                  <a:schemeClr val="accent1"/>
                </a:solidFill>
              </a:rPr>
              <a:t>" til að fá dálkanöfn úr skránni</a:t>
            </a:r>
            <a:endParaRPr lang="en-US" altLang="is-I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15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Gögn úr SQLite</a:t>
            </a:r>
          </a:p>
        </p:txBody>
      </p:sp>
      <p:sp>
        <p:nvSpPr>
          <p:cNvPr id="1003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Opnið skránna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felagar.csv</a:t>
            </a:r>
            <a:r>
              <a:rPr lang="en-US" altLang="is-IS" sz="2400"/>
              <a:t>  í Excel</a:t>
            </a:r>
          </a:p>
          <a:p>
            <a:pPr lvl="1"/>
            <a:r>
              <a:rPr lang="en-US" altLang="is-IS" sz="2000"/>
              <a:t>Fara í "</a:t>
            </a:r>
            <a:r>
              <a:rPr lang="en-US" altLang="is-IS" sz="2000" i="1"/>
              <a:t>Data</a:t>
            </a:r>
            <a:r>
              <a:rPr lang="en-US" altLang="is-IS" sz="2000"/>
              <a:t>" valmynd</a:t>
            </a:r>
          </a:p>
          <a:p>
            <a:pPr lvl="1"/>
            <a:r>
              <a:rPr lang="en-US" altLang="is-IS" sz="2000"/>
              <a:t>Velja fyrsta dálk skjalsins og smella á "</a:t>
            </a:r>
            <a:r>
              <a:rPr lang="en-US" altLang="is-IS" sz="2000" i="1"/>
              <a:t>Text to Columns</a:t>
            </a:r>
            <a:r>
              <a:rPr lang="en-US" altLang="is-IS" sz="2000"/>
              <a:t>"</a:t>
            </a:r>
          </a:p>
          <a:p>
            <a:pPr lvl="1"/>
            <a:r>
              <a:rPr lang="en-US" altLang="is-IS" sz="2000"/>
              <a:t>Velja svo "</a:t>
            </a:r>
            <a:r>
              <a:rPr lang="en-US" altLang="is-IS" sz="2000" i="1"/>
              <a:t>Delimited</a:t>
            </a:r>
            <a:r>
              <a:rPr lang="en-US" altLang="is-IS" sz="2000"/>
              <a:t>"</a:t>
            </a:r>
          </a:p>
          <a:p>
            <a:pPr lvl="1"/>
            <a:r>
              <a:rPr lang="en-US" altLang="is-IS" sz="2000"/>
              <a:t>og svo táknið "|"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EC7C5-2C4B-4DB2-AB16-70B93AF7F87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286E3D-8686-453D-8467-33B6C324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50</a:t>
            </a:fld>
            <a:endParaRPr lang="is-IS"/>
          </a:p>
        </p:txBody>
      </p:sp>
      <p:pic>
        <p:nvPicPr>
          <p:cNvPr id="1003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896" y="2378999"/>
            <a:ext cx="3353402" cy="2401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98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Skipanaskrár í SQLite</a:t>
            </a:r>
          </a:p>
        </p:txBody>
      </p:sp>
      <p:sp>
        <p:nvSpPr>
          <p:cNvPr id="1024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Algengt að búnar séu til skrár með SQL skipunum til að skilgreina töflur</a:t>
            </a:r>
          </a:p>
          <a:p>
            <a:r>
              <a:rPr lang="en-US" altLang="is-IS" sz="2400"/>
              <a:t>Skipunin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.read </a:t>
            </a:r>
            <a:r>
              <a:rPr lang="en-US" altLang="is-IS" sz="2400"/>
              <a:t>í SQLite les og framkvæmir slíka skrá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DB246-B3AB-40D5-A1D3-6C594DB0089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12C8C-5C08-48F5-93E9-5FB3AF8E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51</a:t>
            </a:fld>
            <a:endParaRPr lang="is-IS"/>
          </a:p>
        </p:txBody>
      </p:sp>
      <p:sp>
        <p:nvSpPr>
          <p:cNvPr id="102404" name="TextBox 6"/>
          <p:cNvSpPr txBox="1">
            <a:spLocks noChangeArrowheads="1"/>
          </p:cNvSpPr>
          <p:nvPr/>
        </p:nvSpPr>
        <p:spPr bwMode="auto">
          <a:xfrm>
            <a:off x="2600076" y="2529879"/>
            <a:ext cx="31820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.read sumarhus.sql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00F055A-66F4-8223-DE58-7189A7945475}"/>
              </a:ext>
            </a:extLst>
          </p:cNvPr>
          <p:cNvSpPr/>
          <p:nvPr/>
        </p:nvSpPr>
        <p:spPr>
          <a:xfrm>
            <a:off x="3905621" y="3315195"/>
            <a:ext cx="2954787" cy="545587"/>
          </a:xfrm>
          <a:prstGeom prst="wedgeRoundRectCallout">
            <a:avLst>
              <a:gd name="adj1" fmla="val 3151"/>
              <a:gd name="adj2" fmla="val -11793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</a:rPr>
              <a:t>Sjá þessa skrá 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600">
                <a:solidFill>
                  <a:schemeClr val="accent1"/>
                </a:solidFill>
                <a:hlinkClick r:id="rId3"/>
              </a:rPr>
              <a:t>https://hjalmtyr.github.io/SQL1/</a:t>
            </a:r>
            <a:endParaRPr lang="en-US" altLang="is-IS" sz="1600">
              <a:solidFill>
                <a:schemeClr val="accent1"/>
              </a:solidFill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5A00CB2-9E80-D17C-6371-355DF7FFA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73" y="4100289"/>
            <a:ext cx="2732133" cy="52322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+mn-lt"/>
              </a:rPr>
              <a:t>Í sqliteonline.com er smellt á diskahnappinn og valið "</a:t>
            </a:r>
            <a:r>
              <a:rPr lang="en-US" altLang="is-IS" sz="1400" i="1">
                <a:solidFill>
                  <a:schemeClr val="accent1"/>
                </a:solidFill>
                <a:latin typeface="+mn-lt"/>
              </a:rPr>
              <a:t>Import</a:t>
            </a:r>
            <a:r>
              <a:rPr lang="en-US" altLang="is-IS" sz="1400">
                <a:solidFill>
                  <a:schemeClr val="accent1"/>
                </a:solidFill>
                <a:latin typeface="+mn-lt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19023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/>
      <p:bldP spid="102404" grpId="0"/>
      <p:bldP spid="4" grpId="0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Skipanaskrá í SQLite</a:t>
            </a:r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Skipunin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.dump </a:t>
            </a:r>
            <a:r>
              <a:rPr lang="en-US" altLang="is-IS" sz="2400"/>
              <a:t>skrifar allt gagnasafnið út</a:t>
            </a:r>
          </a:p>
          <a:p>
            <a:pPr lvl="1"/>
            <a:r>
              <a:rPr lang="en-US" altLang="is-IS" sz="2000"/>
              <a:t>Til að skrifa það í skipanaskrá þarf að nota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.output</a:t>
            </a:r>
          </a:p>
          <a:p>
            <a:pPr lvl="1"/>
            <a:endParaRPr lang="en-US" altLang="is-IS" sz="2000"/>
          </a:p>
          <a:p>
            <a:pPr lvl="1"/>
            <a:endParaRPr lang="en-US" altLang="is-IS" sz="2000"/>
          </a:p>
          <a:p>
            <a:pPr lvl="1">
              <a:spcBef>
                <a:spcPts val="0"/>
              </a:spcBef>
            </a:pPr>
            <a:endParaRPr lang="en-US" altLang="is-IS" sz="2000"/>
          </a:p>
          <a:p>
            <a:pPr lvl="1">
              <a:spcBef>
                <a:spcPts val="0"/>
              </a:spcBef>
            </a:pPr>
            <a:endParaRPr lang="en-US" altLang="is-IS" sz="2000"/>
          </a:p>
          <a:p>
            <a:pPr lvl="1">
              <a:spcBef>
                <a:spcPts val="1200"/>
              </a:spcBef>
            </a:pPr>
            <a:r>
              <a:rPr lang="en-US" altLang="is-IS" sz="2000"/>
              <a:t>Einnig hægt að skrifa út einstakar töflur: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73C62-2994-4BA4-8BF2-D304763D95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035F7B-45A5-47F3-9B32-F289B3C5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52</a:t>
            </a:fld>
            <a:endParaRPr lang="is-IS"/>
          </a:p>
        </p:txBody>
      </p:sp>
      <p:sp>
        <p:nvSpPr>
          <p:cNvPr id="104452" name="TextBox 6"/>
          <p:cNvSpPr txBox="1">
            <a:spLocks noChangeArrowheads="1"/>
          </p:cNvSpPr>
          <p:nvPr/>
        </p:nvSpPr>
        <p:spPr bwMode="auto">
          <a:xfrm>
            <a:off x="2750344" y="1913836"/>
            <a:ext cx="36433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.output sumarhus1.sql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.dump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.output</a:t>
            </a:r>
          </a:p>
        </p:txBody>
      </p:sp>
      <p:sp>
        <p:nvSpPr>
          <p:cNvPr id="104453" name="TextBox 7"/>
          <p:cNvSpPr txBox="1">
            <a:spLocks noChangeArrowheads="1"/>
          </p:cNvSpPr>
          <p:nvPr/>
        </p:nvSpPr>
        <p:spPr bwMode="auto">
          <a:xfrm>
            <a:off x="2750344" y="3719717"/>
            <a:ext cx="36433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.dump felagar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FD826F4-C2BF-34A7-DFD4-DBB103430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457" y="3949776"/>
            <a:ext cx="2098386" cy="52322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+mn-lt"/>
              </a:rPr>
              <a:t>Ekki svo auðvelt að gera þetta í sqliteonline.com</a:t>
            </a:r>
          </a:p>
        </p:txBody>
      </p:sp>
    </p:spTree>
    <p:extLst>
      <p:ext uri="{BB962C8B-B14F-4D97-AF65-F5344CB8AC3E}">
        <p14:creationId xmlns:p14="http://schemas.microsoft.com/office/powerpoint/2010/main" val="200869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uiExpand="1" build="p"/>
      <p:bldP spid="104452" grpId="0"/>
      <p:bldP spid="104453" grpId="0"/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Æfingar</a:t>
            </a:r>
          </a:p>
        </p:txBody>
      </p:sp>
      <p:sp>
        <p:nvSpPr>
          <p:cNvPr id="106499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is-IS" sz="2400"/>
              <a:t>Náið í skipanaskránna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countries.sql</a:t>
            </a:r>
          </a:p>
          <a:p>
            <a:r>
              <a:rPr lang="en-US" altLang="is-IS" sz="2400"/>
              <a:t>Lesið hana inní SQLite</a:t>
            </a:r>
          </a:p>
          <a:p>
            <a:r>
              <a:rPr lang="en-US" altLang="is-IS" sz="2400"/>
              <a:t>Skoðið nýju töfluna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countries</a:t>
            </a:r>
          </a:p>
          <a:p>
            <a:r>
              <a:rPr lang="en-US" altLang="is-IS" sz="2400"/>
              <a:t>Setjið innihald töflunnar í CSV-skrá</a:t>
            </a:r>
          </a:p>
          <a:p>
            <a:r>
              <a:rPr lang="en-US" altLang="is-IS" sz="2400"/>
              <a:t>Flytjið CSV-skránna inn í Excel</a:t>
            </a:r>
          </a:p>
          <a:p>
            <a:r>
              <a:rPr lang="en-US" altLang="is-IS" sz="2400"/>
              <a:t>Tæmið töfluna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countries</a:t>
            </a:r>
            <a:r>
              <a:rPr lang="en-US" altLang="is-IS" sz="2400"/>
              <a:t>  (með 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is-IS" sz="2400"/>
              <a:t>)</a:t>
            </a:r>
          </a:p>
          <a:p>
            <a:r>
              <a:rPr lang="en-US" altLang="is-IS" sz="2400"/>
              <a:t>Hlaðið inn í hana úr CSV-skránni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40940-AA06-4B34-AF45-E5E2C1B900F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84A7B4-16EB-4787-81F3-DA6165DB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53</a:t>
            </a:fld>
            <a:endParaRPr lang="is-I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EFD99A2-1BDD-7CFA-B00D-617CEB461E5C}"/>
              </a:ext>
            </a:extLst>
          </p:cNvPr>
          <p:cNvSpPr/>
          <p:nvPr/>
        </p:nvSpPr>
        <p:spPr>
          <a:xfrm>
            <a:off x="5874024" y="2493319"/>
            <a:ext cx="2731047" cy="545587"/>
          </a:xfrm>
          <a:prstGeom prst="wedgeRoundRectCallout">
            <a:avLst>
              <a:gd name="adj1" fmla="val -81726"/>
              <a:gd name="adj2" fmla="val 7742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</a:rPr>
              <a:t>Eyðið töflunni með </a:t>
            </a:r>
            <a:r>
              <a:rPr lang="en-US" altLang="is-IS" sz="14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</a:rPr>
              <a:t>í sqliteonline.com</a:t>
            </a:r>
          </a:p>
        </p:txBody>
      </p:sp>
    </p:spTree>
    <p:extLst>
      <p:ext uri="{BB962C8B-B14F-4D97-AF65-F5344CB8AC3E}">
        <p14:creationId xmlns:p14="http://schemas.microsoft.com/office/powerpoint/2010/main" val="34736980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Samsöfnun gagna </a:t>
            </a:r>
            <a:r>
              <a:rPr lang="en-US" altLang="is-IS"/>
              <a:t>(</a:t>
            </a:r>
            <a:r>
              <a:rPr lang="en-US" altLang="is-IS" i="1"/>
              <a:t>aggregates</a:t>
            </a:r>
            <a:r>
              <a:rPr lang="en-US" altLang="is-IS"/>
              <a:t>)</a:t>
            </a:r>
            <a:endParaRPr lang="en-US" altLang="is-IS" sz="3200"/>
          </a:p>
        </p:txBody>
      </p:sp>
      <p:sp>
        <p:nvSpPr>
          <p:cNvPr id="1085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Viljum stundum finna heildarupplýsingar um gögn</a:t>
            </a:r>
          </a:p>
          <a:p>
            <a:endParaRPr lang="en-US" altLang="is-IS" sz="2400"/>
          </a:p>
          <a:p>
            <a:endParaRPr lang="en-US" altLang="is-IS" sz="2400"/>
          </a:p>
          <a:p>
            <a:pPr>
              <a:spcBef>
                <a:spcPts val="1800"/>
              </a:spcBef>
            </a:pPr>
            <a:r>
              <a:rPr lang="en-US" altLang="is-IS" sz="2400"/>
              <a:t>Getum fengið meðaltal yfir hluta gagnanna: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E1E09-E656-4097-B3EB-A48D6417D7A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FB6-70D0-4FA5-ACBC-85F8840C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54</a:t>
            </a:fld>
            <a:endParaRPr lang="is-IS"/>
          </a:p>
        </p:txBody>
      </p:sp>
      <p:sp>
        <p:nvSpPr>
          <p:cNvPr id="108548" name="TextBox 6"/>
          <p:cNvSpPr txBox="1">
            <a:spLocks noChangeArrowheads="1"/>
          </p:cNvSpPr>
          <p:nvPr/>
        </p:nvSpPr>
        <p:spPr bwMode="auto">
          <a:xfrm>
            <a:off x="2350515" y="1544436"/>
            <a:ext cx="316111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avg(stig)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 felagar;</a:t>
            </a:r>
          </a:p>
        </p:txBody>
      </p:sp>
      <p:sp>
        <p:nvSpPr>
          <p:cNvPr id="108549" name="TextBox 7"/>
          <p:cNvSpPr txBox="1">
            <a:spLocks noChangeArrowheads="1"/>
          </p:cNvSpPr>
          <p:nvPr/>
        </p:nvSpPr>
        <p:spPr bwMode="auto">
          <a:xfrm>
            <a:off x="2396564" y="3087324"/>
            <a:ext cx="42862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avg(stig)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inng_ar &lt; 2010;</a:t>
            </a:r>
          </a:p>
        </p:txBody>
      </p:sp>
    </p:spTree>
    <p:extLst>
      <p:ext uri="{BB962C8B-B14F-4D97-AF65-F5344CB8AC3E}">
        <p14:creationId xmlns:p14="http://schemas.microsoft.com/office/powerpoint/2010/main" val="285201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uiExpand="1" build="p"/>
      <p:bldP spid="108548" grpId="0"/>
      <p:bldP spid="10854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Samsöfnun gagna</a:t>
            </a:r>
          </a:p>
        </p:txBody>
      </p:sp>
      <p:sp>
        <p:nvSpPr>
          <p:cNvPr id="1105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s-IS" sz="2400"/>
              <a:t>Summa yfir dálk</a:t>
            </a:r>
          </a:p>
          <a:p>
            <a:endParaRPr lang="en-US" altLang="is-IS" sz="2400"/>
          </a:p>
          <a:p>
            <a:endParaRPr lang="en-US" altLang="is-IS" sz="2400"/>
          </a:p>
          <a:p>
            <a:pPr>
              <a:spcBef>
                <a:spcPts val="1800"/>
              </a:spcBef>
            </a:pPr>
            <a:r>
              <a:rPr lang="en-US" altLang="is-IS" sz="2400"/>
              <a:t>Hágildi og lággildi</a:t>
            </a:r>
            <a:endParaRPr lang="en-US" altLang="is-IS" sz="21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5BE90-3847-42AE-AE54-C295638E566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9A16EB-D848-4515-AE76-BFF0F251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55</a:t>
            </a:fld>
            <a:endParaRPr lang="is-IS"/>
          </a:p>
        </p:txBody>
      </p:sp>
      <p:sp>
        <p:nvSpPr>
          <p:cNvPr id="110596" name="TextBox 6"/>
          <p:cNvSpPr txBox="1">
            <a:spLocks noChangeArrowheads="1"/>
          </p:cNvSpPr>
          <p:nvPr/>
        </p:nvSpPr>
        <p:spPr bwMode="auto">
          <a:xfrm>
            <a:off x="2375297" y="1619324"/>
            <a:ext cx="43934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sum(stig) from felagar;</a:t>
            </a:r>
          </a:p>
        </p:txBody>
      </p:sp>
      <p:sp>
        <p:nvSpPr>
          <p:cNvPr id="110597" name="TextBox 7"/>
          <p:cNvSpPr txBox="1">
            <a:spLocks noChangeArrowheads="1"/>
          </p:cNvSpPr>
          <p:nvPr/>
        </p:nvSpPr>
        <p:spPr bwMode="auto">
          <a:xfrm>
            <a:off x="2375298" y="3022179"/>
            <a:ext cx="43934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max(stig)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postnr &lt; '170';</a:t>
            </a:r>
          </a:p>
        </p:txBody>
      </p:sp>
      <p:sp>
        <p:nvSpPr>
          <p:cNvPr id="110598" name="TextBox 8"/>
          <p:cNvSpPr txBox="1">
            <a:spLocks noChangeArrowheads="1"/>
          </p:cNvSpPr>
          <p:nvPr/>
        </p:nvSpPr>
        <p:spPr bwMode="auto">
          <a:xfrm>
            <a:off x="2375298" y="3913604"/>
            <a:ext cx="48220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min(inng_ar) from felagar;</a:t>
            </a:r>
          </a:p>
        </p:txBody>
      </p:sp>
    </p:spTree>
    <p:extLst>
      <p:ext uri="{BB962C8B-B14F-4D97-AF65-F5344CB8AC3E}">
        <p14:creationId xmlns:p14="http://schemas.microsoft.com/office/powerpoint/2010/main" val="167761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uiExpand="1" build="p"/>
      <p:bldP spid="110596" grpId="0"/>
      <p:bldP spid="110597" grpId="0"/>
      <p:bldP spid="11059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Samsöfnun gagna</a:t>
            </a:r>
          </a:p>
        </p:txBody>
      </p:sp>
      <p:sp>
        <p:nvSpPr>
          <p:cNvPr id="1126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s-IS" sz="2400"/>
              <a:t>Telja allar línur</a:t>
            </a:r>
          </a:p>
          <a:p>
            <a:endParaRPr lang="en-US" altLang="is-IS" sz="2400"/>
          </a:p>
          <a:p>
            <a:pPr>
              <a:spcBef>
                <a:spcPct val="0"/>
              </a:spcBef>
            </a:pPr>
            <a:endParaRPr lang="en-US" altLang="is-IS" sz="2400"/>
          </a:p>
          <a:p>
            <a:pPr>
              <a:spcBef>
                <a:spcPct val="0"/>
              </a:spcBef>
            </a:pPr>
            <a:r>
              <a:rPr lang="en-US" altLang="is-IS" sz="2400"/>
              <a:t>Telja gildi í dálki</a:t>
            </a:r>
          </a:p>
          <a:p>
            <a:endParaRPr lang="en-US" altLang="is-IS" sz="2400"/>
          </a:p>
          <a:p>
            <a:endParaRPr lang="en-US" altLang="is-IS" sz="2400"/>
          </a:p>
          <a:p>
            <a:pPr>
              <a:spcBef>
                <a:spcPct val="0"/>
              </a:spcBef>
            </a:pPr>
            <a:r>
              <a:rPr lang="en-US" altLang="is-IS" sz="2400"/>
              <a:t>Telja ólík gildi í dálki</a:t>
            </a:r>
            <a:endParaRPr lang="en-US" altLang="is-IS" sz="21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91919-6739-478F-AD4C-8CCE3F2C480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8D5C1F-A6FD-4189-BCC3-001339DF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56</a:t>
            </a:fld>
            <a:endParaRPr lang="is-IS"/>
          </a:p>
        </p:txBody>
      </p:sp>
      <p:sp>
        <p:nvSpPr>
          <p:cNvPr id="112644" name="TextBox 6"/>
          <p:cNvSpPr txBox="1">
            <a:spLocks noChangeArrowheads="1"/>
          </p:cNvSpPr>
          <p:nvPr/>
        </p:nvSpPr>
        <p:spPr bwMode="auto">
          <a:xfrm>
            <a:off x="2375297" y="1507671"/>
            <a:ext cx="43934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count(*) from felagar;</a:t>
            </a:r>
          </a:p>
        </p:txBody>
      </p:sp>
      <p:sp>
        <p:nvSpPr>
          <p:cNvPr id="112645" name="TextBox 7"/>
          <p:cNvSpPr txBox="1">
            <a:spLocks noChangeArrowheads="1"/>
          </p:cNvSpPr>
          <p:nvPr/>
        </p:nvSpPr>
        <p:spPr bwMode="auto">
          <a:xfrm>
            <a:off x="2375297" y="2614093"/>
            <a:ext cx="50363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count(inng_ar) from felagar;</a:t>
            </a:r>
          </a:p>
        </p:txBody>
      </p:sp>
      <p:sp>
        <p:nvSpPr>
          <p:cNvPr id="112646" name="TextBox 8"/>
          <p:cNvSpPr txBox="1">
            <a:spLocks noChangeArrowheads="1"/>
          </p:cNvSpPr>
          <p:nvPr/>
        </p:nvSpPr>
        <p:spPr bwMode="auto">
          <a:xfrm>
            <a:off x="2375297" y="3871401"/>
            <a:ext cx="50363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count(distinct inng_ar)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from felagar;</a:t>
            </a:r>
          </a:p>
        </p:txBody>
      </p:sp>
    </p:spTree>
    <p:extLst>
      <p:ext uri="{BB962C8B-B14F-4D97-AF65-F5344CB8AC3E}">
        <p14:creationId xmlns:p14="http://schemas.microsoft.com/office/powerpoint/2010/main" val="107617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uiExpand="1" build="p"/>
      <p:bldP spid="112644" grpId="0"/>
      <p:bldP spid="112645" grpId="0"/>
      <p:bldP spid="11264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Hópun gagna </a:t>
            </a:r>
            <a:r>
              <a:rPr lang="en-US" altLang="is-IS"/>
              <a:t>(</a:t>
            </a:r>
            <a:r>
              <a:rPr lang="en-US" altLang="is-IS" i="1"/>
              <a:t>group by</a:t>
            </a:r>
            <a:r>
              <a:rPr lang="en-US" altLang="is-IS"/>
              <a:t>)</a:t>
            </a:r>
            <a:endParaRPr lang="en-US" altLang="is-IS" sz="3200"/>
          </a:p>
        </p:txBody>
      </p:sp>
      <p:sp>
        <p:nvSpPr>
          <p:cNvPr id="114691" name="Content Placeholder 2"/>
          <p:cNvSpPr>
            <a:spLocks noGrp="1"/>
          </p:cNvSpPr>
          <p:nvPr>
            <p:ph idx="1"/>
          </p:nvPr>
        </p:nvSpPr>
        <p:spPr>
          <a:xfrm>
            <a:off x="463214" y="1050823"/>
            <a:ext cx="7700601" cy="3740753"/>
          </a:xfrm>
        </p:spPr>
        <p:txBody>
          <a:bodyPr>
            <a:normAutofit/>
          </a:bodyPr>
          <a:lstStyle/>
          <a:p>
            <a:r>
              <a:rPr lang="en-US" altLang="is-IS" sz="2400"/>
              <a:t>Viljum finna meðalfjölda stiga eftir póstnúmeri</a:t>
            </a:r>
          </a:p>
          <a:p>
            <a:pPr lvl="1"/>
            <a:r>
              <a:rPr lang="en-US" altLang="is-IS" sz="1800"/>
              <a:t>Gætum gert nokkrar fyrirspurnir:</a:t>
            </a:r>
          </a:p>
          <a:p>
            <a:pPr lvl="1"/>
            <a:endParaRPr lang="en-US" altLang="is-IS" sz="1800"/>
          </a:p>
          <a:p>
            <a:pPr lvl="1"/>
            <a:endParaRPr lang="en-US" altLang="is-IS" sz="1800"/>
          </a:p>
          <a:p>
            <a:pPr lvl="1">
              <a:spcBef>
                <a:spcPts val="1800"/>
              </a:spcBef>
              <a:buFontTx/>
              <a:buNone/>
            </a:pPr>
            <a:r>
              <a:rPr lang="en-US" altLang="is-IS" sz="1800"/>
              <a:t>	og síðan eins fyrir '107', '110', o.s.frv.</a:t>
            </a:r>
          </a:p>
          <a:p>
            <a:pPr lvl="1">
              <a:spcBef>
                <a:spcPts val="1800"/>
              </a:spcBef>
            </a:pPr>
            <a:r>
              <a:rPr lang="en-US" altLang="is-IS" sz="1800"/>
              <a:t>Betra að búa til hópa með </a:t>
            </a:r>
            <a:r>
              <a:rPr lang="en-U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en-US" altLang="is-IS" sz="1800"/>
              <a:t> og finna meðaltal innan hvers hóps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5AFEC3-F4DE-42A3-9976-05749DAC4DB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1E7D9-E1E1-432A-B880-4389A143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57</a:t>
            </a:fld>
            <a:endParaRPr lang="is-IS"/>
          </a:p>
        </p:txBody>
      </p:sp>
      <p:sp>
        <p:nvSpPr>
          <p:cNvPr id="114692" name="TextBox 6"/>
          <p:cNvSpPr txBox="1">
            <a:spLocks noChangeArrowheads="1"/>
          </p:cNvSpPr>
          <p:nvPr/>
        </p:nvSpPr>
        <p:spPr bwMode="auto">
          <a:xfrm>
            <a:off x="2589609" y="1819326"/>
            <a:ext cx="38029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avg(stig)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postnr = '101';</a:t>
            </a:r>
          </a:p>
        </p:txBody>
      </p:sp>
      <p:sp>
        <p:nvSpPr>
          <p:cNvPr id="114693" name="TextBox 7"/>
          <p:cNvSpPr txBox="1">
            <a:spLocks noChangeArrowheads="1"/>
          </p:cNvSpPr>
          <p:nvPr/>
        </p:nvSpPr>
        <p:spPr bwMode="auto">
          <a:xfrm>
            <a:off x="2589609" y="3560024"/>
            <a:ext cx="4802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postnr, avg(stig)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postnr;</a:t>
            </a:r>
          </a:p>
        </p:txBody>
      </p:sp>
    </p:spTree>
    <p:extLst>
      <p:ext uri="{BB962C8B-B14F-4D97-AF65-F5344CB8AC3E}">
        <p14:creationId xmlns:p14="http://schemas.microsoft.com/office/powerpoint/2010/main" val="106514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uiExpand="1" build="p"/>
      <p:bldP spid="114692" grpId="0"/>
      <p:bldP spid="11469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Reglur um hópun</a:t>
            </a:r>
          </a:p>
        </p:txBody>
      </p:sp>
      <p:sp>
        <p:nvSpPr>
          <p:cNvPr id="116739" name="Content Placeholder 2"/>
          <p:cNvSpPr>
            <a:spLocks noGrp="1"/>
          </p:cNvSpPr>
          <p:nvPr>
            <p:ph idx="1"/>
          </p:nvPr>
        </p:nvSpPr>
        <p:spPr>
          <a:xfrm>
            <a:off x="463215" y="1050823"/>
            <a:ext cx="7430886" cy="3740753"/>
          </a:xfrm>
        </p:spPr>
        <p:txBody>
          <a:bodyPr/>
          <a:lstStyle/>
          <a:p>
            <a:r>
              <a:rPr lang="en-US" altLang="is-IS" sz="2400"/>
              <a:t>Aðeins hægt að sýna dálka sem koma fyrir í </a:t>
            </a:r>
            <a:r>
              <a:rPr lang="en-U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en-US" altLang="is-IS" sz="2400"/>
              <a:t>-hlutanum</a:t>
            </a:r>
          </a:p>
          <a:p>
            <a:pPr lvl="1"/>
            <a:endParaRPr lang="en-US" altLang="is-IS" sz="1800"/>
          </a:p>
          <a:p>
            <a:pPr lvl="1"/>
            <a:endParaRPr lang="en-US" altLang="is-IS" sz="1800"/>
          </a:p>
          <a:p>
            <a:pPr lvl="1"/>
            <a:endParaRPr lang="en-US" altLang="is-IS" sz="1800"/>
          </a:p>
          <a:p>
            <a:pPr lvl="1">
              <a:buFontTx/>
              <a:buNone/>
            </a:pPr>
            <a:endParaRPr lang="en-US" altLang="is-IS" sz="1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77895-70D9-4E2C-AF62-B5882633C21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E52021-C736-48E6-BDED-CEB2FB5D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58</a:t>
            </a:fld>
            <a:endParaRPr lang="is-IS"/>
          </a:p>
        </p:txBody>
      </p:sp>
      <p:sp>
        <p:nvSpPr>
          <p:cNvPr id="116740" name="TextBox 6"/>
          <p:cNvSpPr txBox="1">
            <a:spLocks noChangeArrowheads="1"/>
          </p:cNvSpPr>
          <p:nvPr/>
        </p:nvSpPr>
        <p:spPr bwMode="auto">
          <a:xfrm>
            <a:off x="1804454" y="2195656"/>
            <a:ext cx="54734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postnr, nafn, avg(stig)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postnr;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5D01E6-C72F-BFEC-C0D4-7E183A6EC7E3}"/>
              </a:ext>
            </a:extLst>
          </p:cNvPr>
          <p:cNvGrpSpPr/>
          <p:nvPr/>
        </p:nvGrpSpPr>
        <p:grpSpPr>
          <a:xfrm>
            <a:off x="1832485" y="2088501"/>
            <a:ext cx="5304235" cy="750094"/>
            <a:chOff x="1832485" y="2088501"/>
            <a:chExt cx="5304235" cy="750094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1839063" y="2088501"/>
              <a:ext cx="5250656" cy="7500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832485" y="2144276"/>
              <a:ext cx="5304235" cy="53578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2344041" y="3180721"/>
            <a:ext cx="4365427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Hvaða gildi ætti nafn að hafa fyrir tiltekið póstnúmer?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6694" y="3821921"/>
            <a:ext cx="2540119" cy="553998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Þetta er reyndar leyft í SQLite!</a:t>
            </a:r>
          </a:p>
          <a:p>
            <a:pPr algn="ctr"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Hver er útkoman?</a:t>
            </a:r>
          </a:p>
        </p:txBody>
      </p:sp>
    </p:spTree>
    <p:extLst>
      <p:ext uri="{BB962C8B-B14F-4D97-AF65-F5344CB8AC3E}">
        <p14:creationId xmlns:p14="http://schemas.microsoft.com/office/powerpoint/2010/main" val="150502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/>
      <p:bldP spid="116740" grpId="0"/>
      <p:bldP spid="15" grpId="0" animBg="1"/>
      <p:bldP spid="1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Reglur um hópun</a:t>
            </a:r>
          </a:p>
        </p:txBody>
      </p:sp>
      <p:sp>
        <p:nvSpPr>
          <p:cNvPr id="1187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Má nota fleiri en einn dálk í 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endParaRPr lang="en-US" altLang="is-I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is-IS" sz="2000"/>
              <a:t>Þá er hópað á alla dálkana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7BB5D-3A32-47F0-9270-D890BF360F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ED84E1-3602-446B-8350-12E65755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59</a:t>
            </a:fld>
            <a:endParaRPr lang="is-IS"/>
          </a:p>
        </p:txBody>
      </p:sp>
      <p:sp>
        <p:nvSpPr>
          <p:cNvPr id="118788" name="TextBox 6"/>
          <p:cNvSpPr txBox="1">
            <a:spLocks noChangeArrowheads="1"/>
          </p:cNvSpPr>
          <p:nvPr/>
        </p:nvSpPr>
        <p:spPr bwMode="auto">
          <a:xfrm>
            <a:off x="2355708" y="2006168"/>
            <a:ext cx="44696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postnr, inng_ar, avg(stig)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postnr, inng_ar;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5359" y="3260372"/>
            <a:ext cx="3894721" cy="553998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Fyrir hver ólíkt gildi á (póstnúmer, inngönguár)</a:t>
            </a:r>
          </a:p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er fundinn meðalstigafjöldi félaga með þau gildi</a:t>
            </a:r>
          </a:p>
        </p:txBody>
      </p:sp>
    </p:spTree>
    <p:extLst>
      <p:ext uri="{BB962C8B-B14F-4D97-AF65-F5344CB8AC3E}">
        <p14:creationId xmlns:p14="http://schemas.microsoft.com/office/powerpoint/2010/main" val="32143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/>
      <p:bldP spid="118788" grpId="0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Hópun og röðun</a:t>
            </a:r>
          </a:p>
        </p:txBody>
      </p:sp>
      <p:sp>
        <p:nvSpPr>
          <p:cNvPr id="1208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Oft er úttakið í röð eftir hópum</a:t>
            </a:r>
          </a:p>
          <a:p>
            <a:endParaRPr lang="en-US" altLang="is-IS" sz="2400"/>
          </a:p>
          <a:p>
            <a:endParaRPr lang="en-US" altLang="is-IS" sz="2400"/>
          </a:p>
          <a:p>
            <a:pPr>
              <a:buFontTx/>
              <a:buNone/>
            </a:pPr>
            <a:endParaRPr lang="en-US" altLang="is-IS" sz="2400"/>
          </a:p>
          <a:p>
            <a:pPr>
              <a:spcBef>
                <a:spcPts val="1200"/>
              </a:spcBef>
            </a:pPr>
            <a:r>
              <a:rPr lang="en-US" altLang="is-IS" sz="2400"/>
              <a:t>Þetta fer eftir útfærslu</a:t>
            </a:r>
          </a:p>
          <a:p>
            <a:pPr lvl="1"/>
            <a:r>
              <a:rPr lang="en-US" altLang="is-IS" sz="2000"/>
              <a:t>Til að vera viss um röðun þarf að nota 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7F588-65F5-4B5F-95AC-E8F72333E4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F92125-784A-426F-948D-F3A38CAE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60</a:t>
            </a:fld>
            <a:endParaRPr lang="is-IS"/>
          </a:p>
        </p:txBody>
      </p:sp>
      <p:sp>
        <p:nvSpPr>
          <p:cNvPr id="120836" name="TextBox 7"/>
          <p:cNvSpPr txBox="1">
            <a:spLocks noChangeArrowheads="1"/>
          </p:cNvSpPr>
          <p:nvPr/>
        </p:nvSpPr>
        <p:spPr bwMode="auto">
          <a:xfrm>
            <a:off x="2375297" y="1600529"/>
            <a:ext cx="48132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postnr, avg(stig)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postnr;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3214" y="2230028"/>
            <a:ext cx="3003515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Gefur úttak í röð eftir póstnúmerum</a:t>
            </a:r>
          </a:p>
        </p:txBody>
      </p:sp>
      <p:sp>
        <p:nvSpPr>
          <p:cNvPr id="120838" name="TextBox 7"/>
          <p:cNvSpPr txBox="1">
            <a:spLocks noChangeArrowheads="1"/>
          </p:cNvSpPr>
          <p:nvPr/>
        </p:nvSpPr>
        <p:spPr bwMode="auto">
          <a:xfrm>
            <a:off x="2375297" y="3692403"/>
            <a:ext cx="481329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postnr, avg(stig)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postnr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postnr desc;</a:t>
            </a:r>
          </a:p>
        </p:txBody>
      </p:sp>
    </p:spTree>
    <p:extLst>
      <p:ext uri="{BB962C8B-B14F-4D97-AF65-F5344CB8AC3E}">
        <p14:creationId xmlns:p14="http://schemas.microsoft.com/office/powerpoint/2010/main" val="417810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uiExpand="1" build="p"/>
      <p:bldP spid="120836" grpId="0"/>
      <p:bldP spid="9" grpId="0" animBg="1"/>
      <p:bldP spid="12083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Velja úr hópa</a:t>
            </a:r>
          </a:p>
        </p:txBody>
      </p:sp>
      <p:sp>
        <p:nvSpPr>
          <p:cNvPr id="1228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Viljum ekki alltaf sýna alla hópa</a:t>
            </a:r>
          </a:p>
          <a:p>
            <a:pPr lvl="1">
              <a:spcBef>
                <a:spcPts val="1200"/>
              </a:spcBef>
            </a:pPr>
            <a:r>
              <a:rPr lang="en-US" altLang="is-IS" sz="2000"/>
              <a:t>Veljum línur </a:t>
            </a:r>
            <a:r>
              <a:rPr lang="en-US" altLang="is-IS" sz="2000" u="sng"/>
              <a:t>inní hópa</a:t>
            </a:r>
            <a:r>
              <a:rPr lang="en-US" altLang="is-IS" sz="2000"/>
              <a:t> með 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  <a:p>
            <a:pPr lvl="1">
              <a:spcBef>
                <a:spcPts val="1200"/>
              </a:spcBef>
            </a:pPr>
            <a:r>
              <a:rPr lang="en-US" altLang="is-IS" sz="2000"/>
              <a:t>Veljum </a:t>
            </a:r>
            <a:r>
              <a:rPr lang="en-US" altLang="is-IS" sz="2000" u="sng"/>
              <a:t>hópa til að sýna</a:t>
            </a:r>
            <a:r>
              <a:rPr lang="en-US" altLang="is-IS" sz="2000" b="1"/>
              <a:t> </a:t>
            </a:r>
            <a:r>
              <a:rPr lang="en-US" altLang="is-IS" sz="2000"/>
              <a:t>með  </a:t>
            </a:r>
            <a:r>
              <a:rPr lang="en-U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CE7F4F-972B-46EB-AD14-3AED04652DC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E0C671-5273-4817-83E3-41E8C980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61</a:t>
            </a:fld>
            <a:endParaRPr lang="is-IS"/>
          </a:p>
        </p:txBody>
      </p:sp>
      <p:sp>
        <p:nvSpPr>
          <p:cNvPr id="122884" name="TextBox 7"/>
          <p:cNvSpPr txBox="1">
            <a:spLocks noChangeArrowheads="1"/>
          </p:cNvSpPr>
          <p:nvPr/>
        </p:nvSpPr>
        <p:spPr bwMode="auto">
          <a:xfrm>
            <a:off x="2157495" y="2791276"/>
            <a:ext cx="48290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postnr, avg(stig)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postnr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having postnr &lt; '170';</a:t>
            </a:r>
          </a:p>
        </p:txBody>
      </p:sp>
      <p:sp>
        <p:nvSpPr>
          <p:cNvPr id="122885" name="TextBox 7"/>
          <p:cNvSpPr txBox="1">
            <a:spLocks noChangeArrowheads="1"/>
          </p:cNvSpPr>
          <p:nvPr/>
        </p:nvSpPr>
        <p:spPr bwMode="auto">
          <a:xfrm>
            <a:off x="2711593" y="3896215"/>
            <a:ext cx="3942105" cy="323165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>
                <a:solidFill>
                  <a:schemeClr val="accent1"/>
                </a:solidFill>
              </a:rPr>
              <a:t>Meðalfjöldi stiga eftir póstnúmeri </a:t>
            </a:r>
            <a:r>
              <a:rPr lang="en-US" altLang="is-IS" sz="1500" u="sng">
                <a:solidFill>
                  <a:schemeClr val="accent1"/>
                </a:solidFill>
              </a:rPr>
              <a:t>í Reykjavík</a:t>
            </a:r>
          </a:p>
        </p:txBody>
      </p:sp>
    </p:spTree>
    <p:extLst>
      <p:ext uri="{BB962C8B-B14F-4D97-AF65-F5344CB8AC3E}">
        <p14:creationId xmlns:p14="http://schemas.microsoft.com/office/powerpoint/2010/main" val="67333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  <p:bldP spid="122884" grpId="0"/>
      <p:bldP spid="12288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Velja úr hópa</a:t>
            </a:r>
          </a:p>
        </p:txBody>
      </p:sp>
      <p:sp>
        <p:nvSpPr>
          <p:cNvPr id="1249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Getum valið hópa með flóknari skilyrðum</a:t>
            </a:r>
          </a:p>
          <a:p>
            <a:pPr>
              <a:spcBef>
                <a:spcPts val="900"/>
              </a:spcBef>
              <a:buNone/>
            </a:pPr>
            <a:r>
              <a:rPr lang="en-US" altLang="is-IS" sz="2400"/>
              <a:t>	</a:t>
            </a:r>
            <a:r>
              <a:rPr lang="en-US" altLang="is-IS" sz="2000"/>
              <a:t>Finna meðalfjölda stiga eftir póstnúmerum í Reykjavík með a.m.k. tvo félaga</a:t>
            </a:r>
            <a:endParaRPr lang="en-US" altLang="is-IS" sz="2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434053-0213-489D-9464-E05EF2435EC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EF157-9F94-4A25-8ACD-DB857583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62</a:t>
            </a:fld>
            <a:endParaRPr lang="is-IS"/>
          </a:p>
        </p:txBody>
      </p:sp>
      <p:sp>
        <p:nvSpPr>
          <p:cNvPr id="124932" name="TextBox 7"/>
          <p:cNvSpPr txBox="1">
            <a:spLocks noChangeArrowheads="1"/>
          </p:cNvSpPr>
          <p:nvPr/>
        </p:nvSpPr>
        <p:spPr bwMode="auto">
          <a:xfrm>
            <a:off x="2761032" y="2789516"/>
            <a:ext cx="495067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postnr, avg(stig) from felagar</a:t>
            </a:r>
          </a:p>
          <a:p>
            <a:pPr>
              <a:spcBef>
                <a:spcPct val="0"/>
              </a:spcBef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postnr &lt; '170'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postnr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having count(*) &gt;= 2;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CDD96906-FDAC-4319-042C-BBCD0775C62D}"/>
              </a:ext>
            </a:extLst>
          </p:cNvPr>
          <p:cNvSpPr/>
          <p:nvPr/>
        </p:nvSpPr>
        <p:spPr>
          <a:xfrm>
            <a:off x="1338866" y="2759692"/>
            <a:ext cx="1213560" cy="545587"/>
          </a:xfrm>
          <a:prstGeom prst="wedgeRoundRectCallout">
            <a:avLst>
              <a:gd name="adj1" fmla="val 104750"/>
              <a:gd name="adj2" fmla="val 3278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Velur línur inn í hópana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3457B892-3BF0-5F9A-A921-3F2452953106}"/>
              </a:ext>
            </a:extLst>
          </p:cNvPr>
          <p:cNvSpPr/>
          <p:nvPr/>
        </p:nvSpPr>
        <p:spPr>
          <a:xfrm>
            <a:off x="1439577" y="3649949"/>
            <a:ext cx="1112849" cy="545587"/>
          </a:xfrm>
          <a:prstGeom prst="wedgeRoundRectCallout">
            <a:avLst>
              <a:gd name="adj1" fmla="val 112327"/>
              <a:gd name="adj2" fmla="val -4076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Velur hópa til birtingar</a:t>
            </a:r>
          </a:p>
        </p:txBody>
      </p:sp>
    </p:spTree>
    <p:extLst>
      <p:ext uri="{BB962C8B-B14F-4D97-AF65-F5344CB8AC3E}">
        <p14:creationId xmlns:p14="http://schemas.microsoft.com/office/powerpoint/2010/main" val="152334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  <p:bldP spid="124932" grpId="0"/>
      <p:bldP spid="4" grpId="0" animBg="1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Æfingar</a:t>
            </a:r>
          </a:p>
        </p:txBody>
      </p:sp>
      <p:sp>
        <p:nvSpPr>
          <p:cNvPr id="1269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Sýna heildarfjölda daga í útleigu fyrir hvert sumarhús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Sýna fjölda leiga eftir dagafjölda (þ.e. helgar- eða vikuleiga)</a:t>
            </a:r>
          </a:p>
          <a:p>
            <a:pPr>
              <a:spcBef>
                <a:spcPts val="1800"/>
              </a:spcBef>
            </a:pPr>
            <a:r>
              <a:rPr lang="en-US" altLang="is-IS" sz="2400"/>
              <a:t>Sýna meðalfjölda stiga eftir inngönguári, ef fleiri en einn á því ári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F837B-D53C-4864-A187-9DD7DCD207A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96E803-14F0-470B-AE06-02F2E1E7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63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5644399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Form  </a:t>
            </a:r>
            <a:r>
              <a:rPr lang="en-US" altLang="is-IS" sz="32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is-IS" sz="3200"/>
              <a:t>  skipunar hingað til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C5FD5-EB92-44E1-B2F0-AB43ACE582C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14F51A-4067-4186-B818-A5F78ED9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64</a:t>
            </a:fld>
            <a:endParaRPr lang="is-IS"/>
          </a:p>
        </p:txBody>
      </p:sp>
      <p:sp>
        <p:nvSpPr>
          <p:cNvPr id="129027" name="TextBox 7"/>
          <p:cNvSpPr txBox="1">
            <a:spLocks noChangeArrowheads="1"/>
          </p:cNvSpPr>
          <p:nvPr/>
        </p:nvSpPr>
        <p:spPr bwMode="auto">
          <a:xfrm>
            <a:off x="1769924" y="1497726"/>
            <a:ext cx="5140147" cy="247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dálkar eða útreikningur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tafla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skilyrði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GROUP BY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dálkar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HAVING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skilyrði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ORDER BY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dálkar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LIMIT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tala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OFFSET &lt;</a:t>
            </a:r>
            <a:r>
              <a:rPr lang="en-US" altLang="is-IS" sz="2000" b="1" i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tala</a:t>
            </a:r>
            <a:r>
              <a:rPr lang="en-US" altLang="is-I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</a:p>
        </p:txBody>
      </p:sp>
    </p:spTree>
    <p:extLst>
      <p:ext uri="{BB962C8B-B14F-4D97-AF65-F5344CB8AC3E}">
        <p14:creationId xmlns:p14="http://schemas.microsoft.com/office/powerpoint/2010/main" val="336140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is-IS" sz="3200"/>
              <a:t>Almennt form </a:t>
            </a:r>
            <a:r>
              <a:rPr lang="en-US" altLang="is-IS" sz="32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is-IS" sz="3200"/>
              <a:t> skipunar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8B0FA-C4D1-404A-8E7B-61D0D5A49F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46A7C7-6F16-4F47-B702-74755DDC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65</a:t>
            </a:fld>
            <a:endParaRPr lang="is-IS"/>
          </a:p>
        </p:txBody>
      </p:sp>
      <p:pic>
        <p:nvPicPr>
          <p:cNvPr id="1310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837" y="1061228"/>
            <a:ext cx="6344070" cy="356704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382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Önnur SQLite viðmót</a:t>
            </a:r>
          </a:p>
        </p:txBody>
      </p:sp>
      <p:sp>
        <p:nvSpPr>
          <p:cNvPr id="133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s-IS" altLang="is-IS" sz="2400"/>
              <a:t>Skipanaskelin er einföld og þægileg</a:t>
            </a:r>
          </a:p>
          <a:p>
            <a:pPr lvl="1"/>
            <a:r>
              <a:rPr lang="is-IS" altLang="is-IS" sz="2000"/>
              <a:t>en þarf að muna skipanir</a:t>
            </a:r>
          </a:p>
          <a:p>
            <a:pPr lvl="1"/>
            <a:r>
              <a:rPr lang="is-IS" altLang="is-IS" sz="2000"/>
              <a:t>erfiðara að fá yfirlit yfir</a:t>
            </a:r>
            <a:br>
              <a:rPr lang="is-IS" altLang="is-IS" sz="2000"/>
            </a:br>
            <a:r>
              <a:rPr lang="is-IS" altLang="is-IS" sz="2000"/>
              <a:t>gagnasafnið</a:t>
            </a:r>
          </a:p>
          <a:p>
            <a:endParaRPr lang="is-IS" altLang="is-IS" sz="2100"/>
          </a:p>
          <a:p>
            <a:r>
              <a:rPr lang="is-IS" altLang="is-IS" sz="2400"/>
              <a:t>Grafísk/vafra viðmót</a:t>
            </a:r>
          </a:p>
          <a:p>
            <a:pPr lvl="1"/>
            <a:r>
              <a:rPr lang="is-IS" altLang="is-IS" sz="2000"/>
              <a:t>líkari venjulegum forritum</a:t>
            </a:r>
          </a:p>
          <a:p>
            <a:pPr lvl="1"/>
            <a:r>
              <a:rPr lang="is-IS" altLang="is-IS" sz="2000"/>
              <a:t>en óstöðluð og hafa mismunandi</a:t>
            </a:r>
            <a:br>
              <a:rPr lang="is-IS" altLang="is-IS" sz="2000"/>
            </a:br>
            <a:r>
              <a:rPr lang="is-IS" altLang="is-IS" sz="2000"/>
              <a:t>möguleika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D20FF-C8A5-41EB-B0DE-B34A4012B9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C3B05E-01A6-4204-96EA-41E0155B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66</a:t>
            </a:fld>
            <a:endParaRPr lang="is-IS"/>
          </a:p>
        </p:txBody>
      </p:sp>
      <p:pic>
        <p:nvPicPr>
          <p:cNvPr id="1331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471" y="1595576"/>
            <a:ext cx="2288227" cy="115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365" y="3138035"/>
            <a:ext cx="1980440" cy="1379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87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>
                <a:hlinkClick r:id="rId3"/>
              </a:rPr>
              <a:t>DB Browser for SQLite</a:t>
            </a:r>
            <a:endParaRPr lang="is-IS" altLang="is-IS" sz="3200"/>
          </a:p>
        </p:txBody>
      </p:sp>
      <p:sp>
        <p:nvSpPr>
          <p:cNvPr id="1351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Opinn og frír hugbúnaður</a:t>
            </a:r>
          </a:p>
          <a:p>
            <a:r>
              <a:rPr lang="is-IS" altLang="is-IS" sz="2400"/>
              <a:t>Til fyrir Windows, Mac, Linux, FreeBSD</a:t>
            </a:r>
          </a:p>
          <a:p>
            <a:r>
              <a:rPr lang="is-IS" altLang="is-IS" sz="2400"/>
              <a:t>Nokkuð örar uppfærslur</a:t>
            </a:r>
          </a:p>
          <a:p>
            <a:r>
              <a:rPr lang="is-IS" altLang="is-IS" sz="2400"/>
              <a:t>Margvíslegir eiginleikar:</a:t>
            </a:r>
          </a:p>
          <a:p>
            <a:pPr lvl="1"/>
            <a:r>
              <a:rPr lang="is-IS" altLang="is-IS" sz="2000"/>
              <a:t>Innflutningur/útflutningur gagna</a:t>
            </a:r>
          </a:p>
          <a:p>
            <a:pPr lvl="1"/>
            <a:r>
              <a:rPr lang="is-IS" altLang="is-IS" sz="2000"/>
              <a:t>Gandálfar (</a:t>
            </a:r>
            <a:r>
              <a:rPr lang="is-IS" altLang="is-IS" sz="2000" i="1"/>
              <a:t>wizards</a:t>
            </a:r>
            <a:r>
              <a:rPr lang="is-IS" altLang="is-IS" sz="2000"/>
              <a:t>) til að búa til töflur og fleira</a:t>
            </a:r>
          </a:p>
          <a:p>
            <a:pPr lvl="1"/>
            <a:r>
              <a:rPr lang="is-IS" altLang="is-IS" sz="2000"/>
              <a:t>Auðvelt að breyta stillingum gagnasafns</a:t>
            </a:r>
          </a:p>
          <a:p>
            <a:pPr lvl="1"/>
            <a:r>
              <a:rPr lang="is-IS" altLang="is-IS" sz="2000"/>
              <a:t>Hægt að sjá lista yfir allar framkvæmdar SQL skipanir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D3E6E-84AE-4EED-AA92-2496C26DBF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5DAE17-192F-4D2B-9C1B-CBA71A38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67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82625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C9E1B0-2B1B-4400-A9A0-762FC6699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20" y="441071"/>
            <a:ext cx="6058310" cy="41261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2755-F069-4AA7-9C50-6CA4C30C27F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D7572-41B3-46E9-8947-340331E1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68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3237698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>
                <a:hlinkClick r:id="rId3"/>
              </a:rPr>
              <a:t>sqliteonline.com</a:t>
            </a:r>
            <a:endParaRPr lang="is-IS" altLang="is-IS" sz="3200"/>
          </a:p>
        </p:txBody>
      </p:sp>
      <p:sp>
        <p:nvSpPr>
          <p:cNvPr id="13926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is-IS" altLang="is-IS" sz="2400"/>
              <a:t>SQLite í vafra</a:t>
            </a:r>
          </a:p>
          <a:p>
            <a:pPr>
              <a:spcBef>
                <a:spcPts val="1200"/>
              </a:spcBef>
            </a:pPr>
            <a:r>
              <a:rPr lang="is-IS" altLang="is-IS" sz="2400"/>
              <a:t>Þægilegt viðmót til að vinna með SQLite gagnasöfn</a:t>
            </a:r>
          </a:p>
          <a:p>
            <a:pPr>
              <a:spcBef>
                <a:spcPts val="1200"/>
              </a:spcBef>
            </a:pPr>
            <a:r>
              <a:rPr lang="is-IS" altLang="is-IS" sz="2400"/>
              <a:t>Ágætt til að æfa SQL</a:t>
            </a:r>
          </a:p>
          <a:p>
            <a:pPr>
              <a:spcBef>
                <a:spcPts val="1200"/>
              </a:spcBef>
            </a:pPr>
            <a:r>
              <a:rPr lang="is-IS" altLang="is-IS" sz="2400"/>
              <a:t>En nú þarf að borga fyrir fulla virkni</a:t>
            </a:r>
          </a:p>
          <a:p>
            <a:pPr lvl="1">
              <a:spcBef>
                <a:spcPts val="600"/>
              </a:spcBef>
            </a:pPr>
            <a:r>
              <a:rPr lang="is-IS" altLang="is-IS" sz="2100"/>
              <a:t>Frí útgáfa hefur takmarkaðan tengitíma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71AF5-DF93-4805-B9CF-26A6A1E8003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85F7A1-CDC2-45EF-A463-2FAB9F32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69</a:t>
            </a:fld>
            <a:endParaRPr lang="is-I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E041E-105B-6314-4C75-B658026CC0CA}"/>
              </a:ext>
            </a:extLst>
          </p:cNvPr>
          <p:cNvSpPr txBox="1"/>
          <p:nvPr/>
        </p:nvSpPr>
        <p:spPr>
          <a:xfrm>
            <a:off x="4881201" y="3735618"/>
            <a:ext cx="3027111" cy="78483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Önnur einfaldari vefviðmót á SQLite:</a:t>
            </a:r>
          </a:p>
          <a:p>
            <a:pPr marL="285750" indent="-193675" eaLnBrk="1" hangingPunct="1">
              <a:buFont typeface="Arial" panose="020B0604020202020204" pitchFamily="34" charset="0"/>
              <a:buChar char="•"/>
              <a:defRPr/>
            </a:pPr>
            <a:r>
              <a:rPr lang="en-US" sz="1500">
                <a:solidFill>
                  <a:schemeClr val="accent1"/>
                </a:solidFill>
                <a:hlinkClick r:id="rId4"/>
              </a:rPr>
              <a:t>SQLite Viewer</a:t>
            </a:r>
            <a:endParaRPr lang="en-US" sz="1500">
              <a:solidFill>
                <a:schemeClr val="accent1"/>
              </a:solidFill>
            </a:endParaRPr>
          </a:p>
          <a:p>
            <a:pPr marL="285750" indent="-193675" eaLnBrk="1" hangingPunct="1">
              <a:buFont typeface="Arial" panose="020B0604020202020204" pitchFamily="34" charset="0"/>
              <a:buChar char="•"/>
              <a:defRPr/>
            </a:pPr>
            <a:r>
              <a:rPr lang="en-US" sz="1500">
                <a:solidFill>
                  <a:schemeClr val="accent1"/>
                </a:solidFill>
                <a:hlinkClick r:id="rId5"/>
              </a:rPr>
              <a:t>Sqlime - SQLite Playground</a:t>
            </a:r>
            <a:endParaRPr lang="en-US" sz="15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19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/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D7C27-952A-463F-AF26-EE3F895ABB0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08F57-B311-4EB6-B31D-950EACE1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70</a:t>
            </a:fld>
            <a:endParaRPr lang="is-I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7C081-FC83-60E0-6211-02B969CF2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52" y="328062"/>
            <a:ext cx="5955446" cy="435205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70221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 b="1"/>
              <a:t>NULL</a:t>
            </a:r>
            <a:r>
              <a:rPr lang="is-IS" altLang="is-IS" sz="3200"/>
              <a:t> gildi</a:t>
            </a:r>
          </a:p>
        </p:txBody>
      </p:sp>
      <p:sp>
        <p:nvSpPr>
          <p:cNvPr id="1433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SQL leyfir dálkum að hafa sérstök </a:t>
            </a:r>
            <a:r>
              <a:rPr lang="is-IS" altLang="is-IS" sz="2400" b="1"/>
              <a:t>NULL</a:t>
            </a:r>
            <a:r>
              <a:rPr lang="is-IS" altLang="is-IS" sz="2400"/>
              <a:t> gildi</a:t>
            </a:r>
          </a:p>
          <a:p>
            <a:pPr lvl="1"/>
            <a:r>
              <a:rPr lang="is-IS" altLang="is-IS" sz="2000"/>
              <a:t>Ef gildið er óþekkt, t.d. fæðingardagur</a:t>
            </a:r>
          </a:p>
          <a:p>
            <a:pPr lvl="1"/>
            <a:r>
              <a:rPr lang="is-IS" altLang="is-IS" sz="2000"/>
              <a:t>Ef gildið á ekki við, t.d. nafn á maka</a:t>
            </a:r>
          </a:p>
          <a:p>
            <a:pPr>
              <a:spcBef>
                <a:spcPts val="1800"/>
              </a:spcBef>
            </a:pPr>
            <a:r>
              <a:rPr lang="is-IS" altLang="is-IS" sz="2400"/>
              <a:t>Merkingin er að gildi vanti</a:t>
            </a:r>
          </a:p>
          <a:p>
            <a:pPr lvl="1"/>
            <a:r>
              <a:rPr lang="is-IS" altLang="is-IS" sz="2000"/>
              <a:t>Fáum þau ef gildi vantar í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is-IS" altLang="is-IS" sz="2000"/>
              <a:t>-skipun:</a:t>
            </a:r>
            <a:endParaRPr lang="is-IS" altLang="is-IS" sz="2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001EB-3DF5-4DFC-BAA3-DC29746909B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E0C92B-4B61-4847-AF11-053F6E82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71</a:t>
            </a:fld>
            <a:endParaRPr lang="is-IS"/>
          </a:p>
        </p:txBody>
      </p:sp>
      <p:sp>
        <p:nvSpPr>
          <p:cNvPr id="143364" name="TextBox 6"/>
          <p:cNvSpPr txBox="1">
            <a:spLocks noChangeArrowheads="1"/>
          </p:cNvSpPr>
          <p:nvPr/>
        </p:nvSpPr>
        <p:spPr bwMode="auto">
          <a:xfrm>
            <a:off x="1866900" y="3376066"/>
            <a:ext cx="51281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felagar (fnr, nafn, inng_ar)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 (66, 'Helgi', 2026);</a:t>
            </a:r>
          </a:p>
        </p:txBody>
      </p:sp>
    </p:spTree>
    <p:extLst>
      <p:ext uri="{BB962C8B-B14F-4D97-AF65-F5344CB8AC3E}">
        <p14:creationId xmlns:p14="http://schemas.microsoft.com/office/powerpoint/2010/main" val="342390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uiExpand="1" build="p"/>
      <p:bldP spid="14336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 b="1"/>
              <a:t>NULL</a:t>
            </a:r>
            <a:r>
              <a:rPr lang="en-US" altLang="is-IS" sz="3200"/>
              <a:t> gildi í SQLite</a:t>
            </a:r>
          </a:p>
        </p:txBody>
      </p:sp>
      <p:sp>
        <p:nvSpPr>
          <p:cNvPr id="1454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SQLite sýnir tóman streng fyrir </a:t>
            </a:r>
            <a:r>
              <a:rPr lang="en-US" altLang="is-IS" sz="2400" b="1"/>
              <a:t>NULL</a:t>
            </a:r>
            <a:r>
              <a:rPr lang="en-US" altLang="is-IS" sz="2400"/>
              <a:t> gildi</a:t>
            </a:r>
          </a:p>
          <a:p>
            <a:endParaRPr lang="en-US" altLang="is-IS" sz="2400"/>
          </a:p>
          <a:p>
            <a:endParaRPr lang="en-US" altLang="is-IS" sz="2400"/>
          </a:p>
          <a:p>
            <a:pPr>
              <a:spcBef>
                <a:spcPts val="1800"/>
              </a:spcBef>
            </a:pPr>
            <a:r>
              <a:rPr lang="en-US" altLang="is-IS" sz="2400"/>
              <a:t>Hægt að sýna </a:t>
            </a:r>
            <a:r>
              <a:rPr lang="en-US" altLang="is-IS" sz="2400" b="1"/>
              <a:t>NULL</a:t>
            </a:r>
            <a:r>
              <a:rPr lang="en-US" altLang="is-IS" sz="2400"/>
              <a:t> gildi: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2DAB7-CD46-44FA-AE99-5BBFFF79B03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46C013-89F9-4289-9947-F9F502BF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72</a:t>
            </a:fld>
            <a:endParaRPr lang="is-IS"/>
          </a:p>
        </p:txBody>
      </p:sp>
      <p:sp>
        <p:nvSpPr>
          <p:cNvPr id="145412" name="TextBox 6"/>
          <p:cNvSpPr txBox="1">
            <a:spLocks noChangeArrowheads="1"/>
          </p:cNvSpPr>
          <p:nvPr/>
        </p:nvSpPr>
        <p:spPr bwMode="auto">
          <a:xfrm>
            <a:off x="2609668" y="1548841"/>
            <a:ext cx="22838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66|Helgi|||2026</a:t>
            </a:r>
          </a:p>
        </p:txBody>
      </p:sp>
      <p:sp>
        <p:nvSpPr>
          <p:cNvPr id="145415" name="TextBox 10"/>
          <p:cNvSpPr txBox="1">
            <a:spLocks noChangeArrowheads="1"/>
          </p:cNvSpPr>
          <p:nvPr/>
        </p:nvSpPr>
        <p:spPr bwMode="auto">
          <a:xfrm>
            <a:off x="2609668" y="2992101"/>
            <a:ext cx="2283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.nullvalue NULL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3C33889-B2C2-D5B0-139D-25CBBDED0B9A}"/>
              </a:ext>
            </a:extLst>
          </p:cNvPr>
          <p:cNvSpPr/>
          <p:nvPr/>
        </p:nvSpPr>
        <p:spPr>
          <a:xfrm>
            <a:off x="5834749" y="1743072"/>
            <a:ext cx="2236662" cy="488710"/>
          </a:xfrm>
          <a:prstGeom prst="wedgeRoundRectCallout">
            <a:avLst>
              <a:gd name="adj1" fmla="val -94368"/>
              <a:gd name="adj2" fmla="val -43518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Útkoma úr 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1400">
                <a:solidFill>
                  <a:schemeClr val="accent1"/>
                </a:solidFill>
              </a:rPr>
              <a:t>-skipun eftir síðustu innsetningu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4EE7F34F-9BEC-09DE-7021-32E1769EE102}"/>
              </a:ext>
            </a:extLst>
          </p:cNvPr>
          <p:cNvSpPr/>
          <p:nvPr/>
        </p:nvSpPr>
        <p:spPr>
          <a:xfrm>
            <a:off x="5306136" y="3361433"/>
            <a:ext cx="1886910" cy="276179"/>
          </a:xfrm>
          <a:prstGeom prst="wedgeRoundRectCallout">
            <a:avLst>
              <a:gd name="adj1" fmla="val -80607"/>
              <a:gd name="adj2" fmla="val -75425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Texti sem við ákveðum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8C2B319-BC7C-B539-51E7-D587C0C4A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74" y="4100289"/>
            <a:ext cx="2104266" cy="52322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+mn-lt"/>
              </a:rPr>
              <a:t>sqliteonline.com sýnir textann </a:t>
            </a:r>
            <a:r>
              <a:rPr lang="en-US" altLang="is-IS" sz="1400">
                <a:solidFill>
                  <a:schemeClr val="accent2">
                    <a:lumMod val="75000"/>
                  </a:schemeClr>
                </a:solidFill>
                <a:latin typeface="+mn-lt"/>
              </a:rPr>
              <a:t>NULL</a:t>
            </a:r>
            <a:r>
              <a:rPr lang="en-US" altLang="is-IS" sz="1400">
                <a:solidFill>
                  <a:schemeClr val="accent1"/>
                </a:solidFill>
                <a:latin typeface="+mn-lt"/>
              </a:rPr>
              <a:t> í öðrum lit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EF1A62-FEA9-EC12-AFF2-FBDB0D802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810" y="4305262"/>
            <a:ext cx="4505840" cy="2124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797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uiExpand="1" build="p"/>
      <p:bldP spid="145412" grpId="0"/>
      <p:bldP spid="145415" grpId="0"/>
      <p:bldP spid="4" grpId="0" animBg="1"/>
      <p:bldP spid="5" grpId="0" animBg="1"/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s-IS" sz="3200"/>
              <a:t>Samanburður með </a:t>
            </a:r>
            <a:r>
              <a:rPr lang="en-US" altLang="is-IS" sz="3200" b="1"/>
              <a:t>NULL</a:t>
            </a:r>
          </a:p>
        </p:txBody>
      </p:sp>
      <p:sp>
        <p:nvSpPr>
          <p:cNvPr id="147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is-IS" sz="2400"/>
              <a:t>Allar aðgerðir þar sem annað gildið er </a:t>
            </a:r>
            <a:r>
              <a:rPr lang="en-US" altLang="is-IS" sz="2400" b="1"/>
              <a:t>NULL</a:t>
            </a:r>
            <a:r>
              <a:rPr lang="en-US" altLang="is-IS" sz="2400"/>
              <a:t> gefa gildið </a:t>
            </a:r>
            <a:r>
              <a:rPr lang="en-US" altLang="is-IS" sz="2400" b="1"/>
              <a:t>NULL</a:t>
            </a:r>
          </a:p>
          <a:p>
            <a:pPr lvl="1">
              <a:buFontTx/>
              <a:buNone/>
            </a:pPr>
            <a:r>
              <a:rPr lang="en-US" altLang="is-IS" sz="2000"/>
              <a:t>	Ef </a:t>
            </a:r>
            <a:r>
              <a:rPr lang="en-US" altLang="is-IS" sz="2000" i="1"/>
              <a:t>x</a:t>
            </a:r>
            <a:r>
              <a:rPr lang="en-US" altLang="is-IS" sz="2000"/>
              <a:t> er </a:t>
            </a:r>
            <a:r>
              <a:rPr lang="en-US" altLang="is-IS" sz="2000" b="1"/>
              <a:t>NULL</a:t>
            </a:r>
            <a:r>
              <a:rPr lang="en-US" altLang="is-IS" sz="2000"/>
              <a:t> þá er gildið á (</a:t>
            </a:r>
            <a:r>
              <a:rPr lang="en-US" altLang="is-IS" sz="2000" i="1"/>
              <a:t>x</a:t>
            </a:r>
            <a:r>
              <a:rPr lang="en-US" altLang="is-IS" sz="2000"/>
              <a:t> + 3) líka </a:t>
            </a:r>
            <a:r>
              <a:rPr lang="en-US" altLang="is-IS" sz="2000" b="1"/>
              <a:t>NULL</a:t>
            </a:r>
            <a:endParaRPr lang="en-US" altLang="is-IS" sz="3200" b="1"/>
          </a:p>
          <a:p>
            <a:endParaRPr lang="en-US" altLang="is-IS" sz="2400"/>
          </a:p>
          <a:p>
            <a:r>
              <a:rPr lang="en-US" altLang="is-IS" sz="2400"/>
              <a:t>Í samanburði þar sem annað gildið er </a:t>
            </a:r>
            <a:r>
              <a:rPr lang="en-US" altLang="is-IS" sz="2400" b="1"/>
              <a:t>NULL</a:t>
            </a:r>
            <a:r>
              <a:rPr lang="en-US" altLang="is-IS" sz="2400"/>
              <a:t> verður útkoman sanngildið </a:t>
            </a:r>
            <a:r>
              <a:rPr lang="en-US" altLang="is-IS" sz="2400" b="1" i="1"/>
              <a:t>Óþekkt</a:t>
            </a:r>
          </a:p>
          <a:p>
            <a:pPr lvl="1"/>
            <a:r>
              <a:rPr lang="en-US" altLang="is-IS" sz="2000"/>
              <a:t>Höfum sanngildin </a:t>
            </a:r>
            <a:r>
              <a:rPr lang="en-US" altLang="is-IS" sz="2000" b="1" i="1"/>
              <a:t>Satt</a:t>
            </a:r>
            <a:r>
              <a:rPr lang="en-US" altLang="is-IS" sz="2000"/>
              <a:t> og </a:t>
            </a:r>
            <a:r>
              <a:rPr lang="en-US" altLang="is-IS" sz="2000" b="1" i="1"/>
              <a:t>Ósatt</a:t>
            </a:r>
            <a:r>
              <a:rPr lang="en-US" altLang="is-IS" sz="2000"/>
              <a:t>, nú eru </a:t>
            </a:r>
            <a:r>
              <a:rPr lang="en-US" altLang="is-IS" sz="2000" u="sng"/>
              <a:t>þrjú</a:t>
            </a:r>
            <a:r>
              <a:rPr lang="en-US" altLang="is-IS" sz="2000"/>
              <a:t> sanngildi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B06E9-4F4C-43FC-8CBA-537D83C1F68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A9BEB8-DD9D-4CF7-B894-7C8E128F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73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62620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Sanngildið </a:t>
            </a:r>
            <a:r>
              <a:rPr lang="is-IS" altLang="is-IS" sz="3200" b="1" i="1"/>
              <a:t>Óþekkt</a:t>
            </a:r>
          </a:p>
        </p:txBody>
      </p:sp>
      <p:sp>
        <p:nvSpPr>
          <p:cNvPr id="1495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Nú þurfa rökaðgerðirnar AND, OR og NOT að ráða við gildið </a:t>
            </a:r>
            <a:r>
              <a:rPr lang="is-IS" altLang="is-IS" sz="2400" b="1" i="1"/>
              <a:t>Óþekkt</a:t>
            </a:r>
            <a:r>
              <a:rPr lang="is-IS" altLang="is-IS" sz="2400"/>
              <a:t>	</a:t>
            </a:r>
          </a:p>
          <a:p>
            <a:pPr lvl="1"/>
            <a:r>
              <a:rPr lang="is-IS" altLang="is-IS" sz="2400"/>
              <a:t>Helstu breytingar:</a:t>
            </a:r>
          </a:p>
          <a:p>
            <a:pPr lvl="2">
              <a:spcBef>
                <a:spcPts val="1350"/>
              </a:spcBef>
              <a:buNone/>
            </a:pPr>
            <a:r>
              <a:rPr lang="is-IS" altLang="is-IS" sz="1800" b="1"/>
              <a:t>	</a:t>
            </a:r>
            <a:r>
              <a:rPr lang="is-IS" altLang="is-IS" sz="1800" b="1" i="1"/>
              <a:t>Satt</a:t>
            </a:r>
            <a:r>
              <a:rPr lang="is-IS" altLang="is-IS" sz="1800"/>
              <a:t> AND </a:t>
            </a:r>
            <a:r>
              <a:rPr lang="is-IS" altLang="is-IS" sz="1800" b="1" i="1"/>
              <a:t>Óþekkt</a:t>
            </a:r>
            <a:r>
              <a:rPr lang="is-IS" altLang="is-IS" sz="1800"/>
              <a:t>  		gefur	</a:t>
            </a:r>
            <a:r>
              <a:rPr lang="is-IS" altLang="is-IS" sz="1800" b="1" i="1"/>
              <a:t>Óþekkt</a:t>
            </a:r>
          </a:p>
          <a:p>
            <a:pPr lvl="2">
              <a:buFontTx/>
              <a:buNone/>
            </a:pPr>
            <a:r>
              <a:rPr lang="is-IS" altLang="is-IS" sz="1800" b="1"/>
              <a:t>	</a:t>
            </a:r>
            <a:r>
              <a:rPr lang="is-IS" altLang="is-IS" sz="1800" b="1" i="1"/>
              <a:t>Ósatt</a:t>
            </a:r>
            <a:r>
              <a:rPr lang="is-IS" altLang="is-IS" sz="1800"/>
              <a:t> AND </a:t>
            </a:r>
            <a:r>
              <a:rPr lang="is-IS" altLang="is-IS" sz="1800" b="1" i="1"/>
              <a:t>Óþekkt</a:t>
            </a:r>
            <a:r>
              <a:rPr lang="is-IS" altLang="is-IS" sz="1800"/>
              <a:t>		gefur	</a:t>
            </a:r>
            <a:r>
              <a:rPr lang="is-IS" altLang="is-IS" sz="1800" b="1" i="1"/>
              <a:t>Ósatt</a:t>
            </a:r>
          </a:p>
          <a:p>
            <a:pPr lvl="2">
              <a:buFontTx/>
              <a:buNone/>
            </a:pPr>
            <a:r>
              <a:rPr lang="is-IS" altLang="is-IS" sz="1800" b="1"/>
              <a:t>	</a:t>
            </a:r>
            <a:r>
              <a:rPr lang="is-IS" altLang="is-IS" sz="1800" b="1" i="1"/>
              <a:t>Ósatt</a:t>
            </a:r>
            <a:r>
              <a:rPr lang="is-IS" altLang="is-IS" sz="1800"/>
              <a:t> OR </a:t>
            </a:r>
            <a:r>
              <a:rPr lang="is-IS" altLang="is-IS" sz="1800" b="1" i="1"/>
              <a:t>Óþekkt</a:t>
            </a:r>
            <a:r>
              <a:rPr lang="is-IS" altLang="is-IS" sz="1800"/>
              <a:t>		gefur	</a:t>
            </a:r>
            <a:r>
              <a:rPr lang="is-IS" altLang="is-IS" sz="1800" b="1" i="1"/>
              <a:t>Óþekkt</a:t>
            </a:r>
          </a:p>
          <a:p>
            <a:pPr lvl="2">
              <a:buFontTx/>
              <a:buNone/>
            </a:pPr>
            <a:r>
              <a:rPr lang="is-IS" altLang="is-IS" sz="1800" b="1"/>
              <a:t>	</a:t>
            </a:r>
            <a:r>
              <a:rPr lang="is-IS" altLang="is-IS" sz="1800" b="1" i="1"/>
              <a:t>Satt</a:t>
            </a:r>
            <a:r>
              <a:rPr lang="is-IS" altLang="is-IS" sz="1800"/>
              <a:t> OR </a:t>
            </a:r>
            <a:r>
              <a:rPr lang="is-IS" altLang="is-IS" sz="1800" b="1" i="1"/>
              <a:t>Óþekkt</a:t>
            </a:r>
            <a:r>
              <a:rPr lang="is-IS" altLang="is-IS" sz="1800"/>
              <a:t>  		gefur	</a:t>
            </a:r>
            <a:r>
              <a:rPr lang="is-IS" altLang="is-IS" sz="1800" b="1" i="1"/>
              <a:t>Satt</a:t>
            </a:r>
          </a:p>
          <a:p>
            <a:pPr lvl="2">
              <a:buFontTx/>
              <a:buNone/>
            </a:pPr>
            <a:r>
              <a:rPr lang="is-IS" altLang="is-IS" sz="1800"/>
              <a:t>	NOT </a:t>
            </a:r>
            <a:r>
              <a:rPr lang="is-IS" altLang="is-IS" sz="1800" b="1" i="1"/>
              <a:t>Óþekkt</a:t>
            </a:r>
            <a:r>
              <a:rPr lang="is-IS" altLang="is-IS" sz="1800"/>
              <a:t>  		gefur	</a:t>
            </a:r>
            <a:r>
              <a:rPr lang="is-IS" altLang="is-IS" sz="1800" b="1" i="1"/>
              <a:t>Óþekkt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472E0-EED3-4F3C-906B-5D47E6BB97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245309-2032-4F25-B065-6333A501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74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83045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 b="1"/>
              <a:t>NULL</a:t>
            </a:r>
            <a:r>
              <a:rPr lang="is-IS" altLang="is-IS" sz="3200"/>
              <a:t> í </a:t>
            </a:r>
            <a:r>
              <a:rPr lang="is-IS" altLang="is-IS" sz="32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is-IS" altLang="is-IS" sz="3200"/>
              <a:t> skipunum</a:t>
            </a:r>
          </a:p>
        </p:txBody>
      </p:sp>
      <p:sp>
        <p:nvSpPr>
          <p:cNvPr id="1515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is-IS" altLang="is-IS" sz="2400"/>
              <a:t> skilar öllum þeim línum þar sem skilyrðið í </a:t>
            </a:r>
            <a:r>
              <a:rPr lang="is-I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is-IS" altLang="is-IS" sz="2400"/>
              <a:t>-hluta er </a:t>
            </a:r>
            <a:r>
              <a:rPr lang="is-IS" altLang="is-IS" sz="2400" b="1" i="1"/>
              <a:t>Satt</a:t>
            </a:r>
            <a:endParaRPr lang="is-IS" altLang="is-IS" sz="2000" b="1" i="1"/>
          </a:p>
          <a:p>
            <a:r>
              <a:rPr lang="is-IS" altLang="is-IS" sz="2400"/>
              <a:t>Hvað með þegar skilyrðið er </a:t>
            </a:r>
            <a:r>
              <a:rPr lang="is-IS" altLang="is-IS" sz="2400" b="1" i="1"/>
              <a:t>Óþekkt</a:t>
            </a:r>
            <a:r>
              <a:rPr lang="is-IS" altLang="is-IS" sz="2400"/>
              <a:t>?</a:t>
            </a:r>
          </a:p>
          <a:p>
            <a:pPr lvl="1"/>
            <a:r>
              <a:rPr lang="is-IS" altLang="is-IS" sz="2000"/>
              <a:t>Sú lína er ekki með (þ.e. eins og gildið væri </a:t>
            </a:r>
            <a:r>
              <a:rPr lang="is-IS" altLang="is-IS" sz="2000" b="1" i="1"/>
              <a:t>Ósatt</a:t>
            </a:r>
            <a:r>
              <a:rPr lang="is-IS" altLang="is-IS" sz="200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1B147-DA1D-4926-B696-9B0FACD4EA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037B43-17A3-499E-AB4C-3C98532F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75</a:t>
            </a:fld>
            <a:endParaRPr lang="is-IS"/>
          </a:p>
        </p:txBody>
      </p:sp>
      <p:sp>
        <p:nvSpPr>
          <p:cNvPr id="151556" name="TextBox 6"/>
          <p:cNvSpPr txBox="1">
            <a:spLocks noChangeArrowheads="1"/>
          </p:cNvSpPr>
          <p:nvPr/>
        </p:nvSpPr>
        <p:spPr bwMode="auto">
          <a:xfrm>
            <a:off x="2815348" y="2936722"/>
            <a:ext cx="33218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&lt; 200;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2680" y="3726807"/>
            <a:ext cx="3382464" cy="338554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accent1"/>
                </a:solidFill>
              </a:rPr>
              <a:t>Skilar ekki línu sem hefur </a:t>
            </a:r>
            <a:r>
              <a:rPr lang="en-US" sz="1600" b="1">
                <a:solidFill>
                  <a:schemeClr val="accent1"/>
                </a:solidFill>
              </a:rPr>
              <a:t>NULL</a:t>
            </a:r>
            <a:r>
              <a:rPr lang="en-US" sz="1600">
                <a:solidFill>
                  <a:schemeClr val="accent1"/>
                </a:solidFill>
              </a:rPr>
              <a:t> í </a:t>
            </a:r>
            <a:r>
              <a:rPr lang="en-US" sz="16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stig</a:t>
            </a:r>
          </a:p>
        </p:txBody>
      </p:sp>
    </p:spTree>
    <p:extLst>
      <p:ext uri="{BB962C8B-B14F-4D97-AF65-F5344CB8AC3E}">
        <p14:creationId xmlns:p14="http://schemas.microsoft.com/office/powerpoint/2010/main" val="27681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  <p:bldP spid="151556" grpId="0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Dæmi um </a:t>
            </a:r>
            <a:r>
              <a:rPr lang="is-IS" altLang="is-IS" sz="3200" b="1"/>
              <a:t>NULL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52BDB-23A8-4934-9FA4-462B9CFE02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6C723-2BF7-48DB-9606-F2489AFC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76</a:t>
            </a:fld>
            <a:endParaRPr lang="is-IS"/>
          </a:p>
        </p:txBody>
      </p:sp>
      <p:sp>
        <p:nvSpPr>
          <p:cNvPr id="153603" name="TextBox 6"/>
          <p:cNvSpPr txBox="1">
            <a:spLocks noChangeArrowheads="1"/>
          </p:cNvSpPr>
          <p:nvPr/>
        </p:nvSpPr>
        <p:spPr bwMode="auto">
          <a:xfrm>
            <a:off x="2000250" y="1278995"/>
            <a:ext cx="5143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= 200 or stig != 200;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6599" y="1993658"/>
            <a:ext cx="2813467" cy="553998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Þetta ættu að vera allir, en fáum samt ekki þá sem hafa </a:t>
            </a:r>
            <a:r>
              <a:rPr lang="en-US" sz="1500" b="1">
                <a:solidFill>
                  <a:schemeClr val="accent1"/>
                </a:solidFill>
              </a:rPr>
              <a:t>NULL</a:t>
            </a:r>
            <a:r>
              <a:rPr lang="en-US" sz="1500">
                <a:solidFill>
                  <a:schemeClr val="accent1"/>
                </a:solidFill>
              </a:rPr>
              <a:t> í stig</a:t>
            </a:r>
          </a:p>
        </p:txBody>
      </p:sp>
      <p:sp>
        <p:nvSpPr>
          <p:cNvPr id="153605" name="TextBox 8"/>
          <p:cNvSpPr txBox="1">
            <a:spLocks noChangeArrowheads="1"/>
          </p:cNvSpPr>
          <p:nvPr/>
        </p:nvSpPr>
        <p:spPr bwMode="auto">
          <a:xfrm>
            <a:off x="2000250" y="3017340"/>
            <a:ext cx="33754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0*stig = 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8696" y="3787064"/>
            <a:ext cx="2629272" cy="553998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Ef stig er </a:t>
            </a:r>
            <a:r>
              <a:rPr lang="en-US" sz="1500" b="1">
                <a:solidFill>
                  <a:schemeClr val="accent1"/>
                </a:solidFill>
              </a:rPr>
              <a:t>NULL</a:t>
            </a:r>
            <a:r>
              <a:rPr lang="en-US" sz="1500">
                <a:solidFill>
                  <a:schemeClr val="accent1"/>
                </a:solidFill>
              </a:rPr>
              <a:t> þá hefur 0*stig gildið </a:t>
            </a:r>
            <a:r>
              <a:rPr lang="en-US" sz="1500" b="1">
                <a:solidFill>
                  <a:schemeClr val="accent1"/>
                </a:solidFill>
              </a:rPr>
              <a:t>NULL</a:t>
            </a:r>
            <a:r>
              <a:rPr lang="en-US" sz="1500">
                <a:solidFill>
                  <a:schemeClr val="accent1"/>
                </a:solidFill>
              </a:rPr>
              <a:t>, sem er ekki = 0</a:t>
            </a:r>
          </a:p>
        </p:txBody>
      </p:sp>
    </p:spTree>
    <p:extLst>
      <p:ext uri="{BB962C8B-B14F-4D97-AF65-F5344CB8AC3E}">
        <p14:creationId xmlns:p14="http://schemas.microsoft.com/office/powerpoint/2010/main" val="321760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/>
      <p:bldP spid="8" grpId="0" animBg="1"/>
      <p:bldP spid="153605" grpId="0"/>
      <p:bldP spid="1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Að finna </a:t>
            </a:r>
            <a:r>
              <a:rPr lang="is-IS" altLang="is-IS" sz="3200" b="1"/>
              <a:t>NULL</a:t>
            </a:r>
            <a:r>
              <a:rPr lang="is-IS" altLang="is-IS" sz="3200"/>
              <a:t> gildi</a:t>
            </a:r>
          </a:p>
        </p:txBody>
      </p:sp>
      <p:sp>
        <p:nvSpPr>
          <p:cNvPr id="155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Hvernig finnum við hvort lína hafi gildið </a:t>
            </a:r>
            <a:r>
              <a:rPr lang="is-IS" altLang="is-IS" sz="2400" b="1"/>
              <a:t>NULL</a:t>
            </a:r>
            <a:r>
              <a:rPr lang="is-IS" altLang="is-IS" sz="2400"/>
              <a:t> í dálki?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563139-09CD-4578-A2AD-2B31D00B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77</a:t>
            </a:fld>
            <a:endParaRPr lang="is-IS"/>
          </a:p>
        </p:txBody>
      </p:sp>
      <p:sp>
        <p:nvSpPr>
          <p:cNvPr id="155652" name="TextBox 6"/>
          <p:cNvSpPr txBox="1">
            <a:spLocks noChangeArrowheads="1"/>
          </p:cNvSpPr>
          <p:nvPr/>
        </p:nvSpPr>
        <p:spPr bwMode="auto">
          <a:xfrm>
            <a:off x="2077636" y="1680420"/>
            <a:ext cx="3429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= NULL;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2136" y="2348456"/>
            <a:ext cx="3304561" cy="553998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500">
                <a:solidFill>
                  <a:schemeClr val="accent1"/>
                </a:solidFill>
              </a:rPr>
              <a:t>Ef annað gildið í samanburði hefur gildið </a:t>
            </a:r>
            <a:r>
              <a:rPr lang="en-US" sz="1500" b="1">
                <a:solidFill>
                  <a:schemeClr val="accent1"/>
                </a:solidFill>
              </a:rPr>
              <a:t>NULL</a:t>
            </a:r>
            <a:r>
              <a:rPr lang="en-US" sz="1500">
                <a:solidFill>
                  <a:schemeClr val="accent1"/>
                </a:solidFill>
              </a:rPr>
              <a:t> þá er útkoman </a:t>
            </a:r>
            <a:r>
              <a:rPr lang="en-US" sz="1500" b="1" i="1">
                <a:solidFill>
                  <a:schemeClr val="accent1"/>
                </a:solidFill>
              </a:rPr>
              <a:t>Óþekkt</a:t>
            </a:r>
            <a:r>
              <a:rPr lang="en-US" sz="1500">
                <a:solidFill>
                  <a:schemeClr val="accent1"/>
                </a:solidFill>
              </a:rPr>
              <a:t>, ekki </a:t>
            </a:r>
            <a:r>
              <a:rPr lang="en-US" sz="1500" b="1" i="1">
                <a:solidFill>
                  <a:schemeClr val="accent1"/>
                </a:solidFill>
              </a:rPr>
              <a:t>Satt</a:t>
            </a:r>
          </a:p>
        </p:txBody>
      </p:sp>
      <p:sp>
        <p:nvSpPr>
          <p:cNvPr id="155654" name="TextBox 9"/>
          <p:cNvSpPr txBox="1">
            <a:spLocks noChangeArrowheads="1"/>
          </p:cNvSpPr>
          <p:nvPr/>
        </p:nvSpPr>
        <p:spPr bwMode="auto">
          <a:xfrm>
            <a:off x="2077636" y="3386671"/>
            <a:ext cx="35897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felagar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stig is NULL;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01717B24-15D3-805E-ACC4-9CC5E55C1D10}"/>
              </a:ext>
            </a:extLst>
          </p:cNvPr>
          <p:cNvSpPr/>
          <p:nvPr/>
        </p:nvSpPr>
        <p:spPr>
          <a:xfrm>
            <a:off x="6009720" y="1680282"/>
            <a:ext cx="1559567" cy="276179"/>
          </a:xfrm>
          <a:prstGeom prst="wedgeRoundRectCallout">
            <a:avLst>
              <a:gd name="adj1" fmla="val -103862"/>
              <a:gd name="adj2" fmla="val 84165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n-US" sz="1400" b="1">
                <a:solidFill>
                  <a:schemeClr val="accent1"/>
                </a:solidFill>
              </a:rPr>
              <a:t>Þetta virkar ekki!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AA0B5F4-6B60-A7E2-14B9-2FE1B967E556}"/>
              </a:ext>
            </a:extLst>
          </p:cNvPr>
          <p:cNvSpPr/>
          <p:nvPr/>
        </p:nvSpPr>
        <p:spPr>
          <a:xfrm>
            <a:off x="4016460" y="4262317"/>
            <a:ext cx="2143124" cy="553998"/>
          </a:xfrm>
          <a:prstGeom prst="wedgeRoundRectCallout">
            <a:avLst>
              <a:gd name="adj1" fmla="val -36639"/>
              <a:gd name="adj2" fmla="val -104639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defRPr/>
            </a:pPr>
            <a:r>
              <a:rPr lang="en-US" sz="1400">
                <a:solidFill>
                  <a:schemeClr val="accent1"/>
                </a:solidFill>
              </a:rPr>
              <a:t>Sérstakur samanburður sem skilar </a:t>
            </a:r>
            <a:r>
              <a:rPr lang="en-US" sz="1400" b="1" i="1">
                <a:solidFill>
                  <a:schemeClr val="accent1"/>
                </a:solidFill>
              </a:rPr>
              <a:t>Satt</a:t>
            </a:r>
            <a:r>
              <a:rPr lang="en-US" sz="1400">
                <a:solidFill>
                  <a:schemeClr val="accent1"/>
                </a:solidFill>
              </a:rPr>
              <a:t> eða </a:t>
            </a:r>
            <a:r>
              <a:rPr lang="en-US" sz="1400" b="1" i="1">
                <a:solidFill>
                  <a:schemeClr val="accent1"/>
                </a:solidFill>
              </a:rPr>
              <a:t>Ósatt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A8995-43E0-29A5-D696-ACB40FBAEA0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</p:spTree>
    <p:extLst>
      <p:ext uri="{BB962C8B-B14F-4D97-AF65-F5344CB8AC3E}">
        <p14:creationId xmlns:p14="http://schemas.microsoft.com/office/powerpoint/2010/main" val="238552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  <p:bldP spid="155652" grpId="0"/>
      <p:bldP spid="9" grpId="0" animBg="1"/>
      <p:bldP spid="155654" grpId="0"/>
      <p:bldP spid="4" grpId="0" animBg="1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Töfluskilgreiningar og </a:t>
            </a:r>
            <a:r>
              <a:rPr lang="is-IS" altLang="is-IS" sz="3200" b="1"/>
              <a:t>NULL</a:t>
            </a:r>
          </a:p>
        </p:txBody>
      </p:sp>
      <p:sp>
        <p:nvSpPr>
          <p:cNvPr id="1576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Leyfum ekki sumum dálkum að vera </a:t>
            </a:r>
            <a:r>
              <a:rPr lang="is-IS" altLang="is-IS" sz="2400" b="1"/>
              <a:t>NULL</a:t>
            </a:r>
          </a:p>
          <a:p>
            <a:pPr lvl="1"/>
            <a:r>
              <a:rPr lang="is-IS" altLang="is-IS" sz="2000"/>
              <a:t>Látum vita af því í skilgreiningu töflunnar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D4CA3-1227-44BC-A1EA-E16355E2634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AD0927-9DF4-461C-ADBA-9516E4195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78</a:t>
            </a:fld>
            <a:endParaRPr lang="is-IS"/>
          </a:p>
        </p:txBody>
      </p:sp>
      <p:sp>
        <p:nvSpPr>
          <p:cNvPr id="157700" name="TextBox 6"/>
          <p:cNvSpPr txBox="1">
            <a:spLocks noChangeArrowheads="1"/>
          </p:cNvSpPr>
          <p:nvPr/>
        </p:nvSpPr>
        <p:spPr bwMode="auto">
          <a:xfrm>
            <a:off x="2183574" y="2183837"/>
            <a:ext cx="396478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felagar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fnr integer 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nafn char(30) 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postnr char(3),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stig integer,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inng_ar integer);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D69112C-A5AA-A477-80C0-301CC45F47CF}"/>
              </a:ext>
            </a:extLst>
          </p:cNvPr>
          <p:cNvSpPr/>
          <p:nvPr/>
        </p:nvSpPr>
        <p:spPr>
          <a:xfrm>
            <a:off x="6513045" y="1986934"/>
            <a:ext cx="1776173" cy="762844"/>
          </a:xfrm>
          <a:prstGeom prst="wedgeRoundRectCallout">
            <a:avLst>
              <a:gd name="adj1" fmla="val -81083"/>
              <a:gd name="adj2" fmla="val 4627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Helvetica" panose="020B0604020202020204" pitchFamily="34" charset="0"/>
              </a:rPr>
              <a:t>Ráðum því sjálf hvaða dálkar mega ekki vera </a:t>
            </a:r>
            <a:r>
              <a:rPr lang="en-US" altLang="is-IS" sz="1400" b="1">
                <a:solidFill>
                  <a:schemeClr val="accent1"/>
                </a:solidFill>
                <a:latin typeface="Helvetica" panose="020B060402020202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44920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  <p:bldP spid="157700" grpId="0"/>
      <p:bldP spid="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Æfingar</a:t>
            </a:r>
          </a:p>
        </p:txBody>
      </p:sp>
      <p:sp>
        <p:nvSpPr>
          <p:cNvPr id="159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s-IS" altLang="is-IS" sz="2400"/>
              <a:t>Setjið línu inn í töfluna </a:t>
            </a:r>
            <a:r>
              <a:rPr lang="is-I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felagar</a:t>
            </a:r>
            <a:r>
              <a:rPr lang="is-IS" altLang="is-IS" sz="2400"/>
              <a:t> með engum stigum.</a:t>
            </a:r>
          </a:p>
          <a:p>
            <a:pPr lvl="1"/>
            <a:r>
              <a:rPr lang="is-IS" altLang="is-IS" sz="2000"/>
              <a:t>Sýnið félaga í röð eftir stigum.  Koma </a:t>
            </a:r>
            <a:r>
              <a:rPr lang="is-IS" altLang="is-IS" sz="2000" b="1"/>
              <a:t>NULL</a:t>
            </a:r>
            <a:r>
              <a:rPr lang="is-IS" altLang="is-IS" sz="2000"/>
              <a:t> með?</a:t>
            </a:r>
          </a:p>
          <a:p>
            <a:pPr lvl="1"/>
            <a:r>
              <a:rPr lang="is-IS" altLang="is-IS" sz="2000"/>
              <a:t>Finnið meðalfjölda stiga hjá félagsmönnum.  Er </a:t>
            </a:r>
            <a:r>
              <a:rPr lang="is-IS" altLang="is-IS" sz="2000" b="1"/>
              <a:t>NULL</a:t>
            </a:r>
            <a:r>
              <a:rPr lang="is-IS" altLang="is-IS" sz="2000"/>
              <a:t> gildið með?</a:t>
            </a:r>
          </a:p>
          <a:p>
            <a:pPr>
              <a:spcBef>
                <a:spcPts val="1800"/>
              </a:spcBef>
            </a:pPr>
            <a:r>
              <a:rPr lang="is-IS" altLang="is-IS" sz="2400"/>
              <a:t>Breytið skilgreiningu töflunnar </a:t>
            </a:r>
            <a:r>
              <a:rPr lang="is-I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sumarhus</a:t>
            </a:r>
            <a:r>
              <a:rPr lang="is-IS" altLang="is-IS" sz="2400"/>
              <a:t> þannig að </a:t>
            </a:r>
            <a:r>
              <a:rPr lang="is-IS" altLang="is-IS" sz="2400" b="1">
                <a:latin typeface="Courier New" panose="02070309020205020404" pitchFamily="49" charset="0"/>
                <a:cs typeface="Courier New" panose="02070309020205020404" pitchFamily="49" charset="0"/>
              </a:rPr>
              <a:t>fermetrar</a:t>
            </a:r>
            <a:r>
              <a:rPr lang="is-IS" altLang="is-IS" sz="2400"/>
              <a:t> megi ekki vera </a:t>
            </a:r>
            <a:r>
              <a:rPr lang="is-IS" altLang="is-IS" sz="2400" b="1"/>
              <a:t>NULL</a:t>
            </a:r>
          </a:p>
          <a:p>
            <a:pPr lvl="1"/>
            <a:r>
              <a:rPr lang="is-IS" altLang="is-IS" sz="2000"/>
              <a:t>Reynið síðan að setja inn </a:t>
            </a:r>
            <a:r>
              <a:rPr lang="is-IS" altLang="is-IS" sz="2000" b="1"/>
              <a:t>NULL</a:t>
            </a:r>
            <a:r>
              <a:rPr lang="is-IS" altLang="is-IS" sz="2000"/>
              <a:t> þar</a:t>
            </a:r>
          </a:p>
          <a:p>
            <a:endParaRPr lang="is-IS" altLang="is-I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C728F-DCD0-4599-BDF7-B2A22A8ACA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BF40A-63E9-4075-9937-2FFD8986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79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6532951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Heilleiki gagna </a:t>
            </a:r>
            <a:r>
              <a:rPr lang="is-IS" altLang="is-IS"/>
              <a:t>(</a:t>
            </a:r>
            <a:r>
              <a:rPr lang="is-IS" altLang="is-IS" i="1"/>
              <a:t>data integrity</a:t>
            </a:r>
            <a:r>
              <a:rPr lang="is-IS" altLang="is-IS"/>
              <a:t>)</a:t>
            </a:r>
            <a:endParaRPr lang="is-IS" altLang="is-IS" sz="3200"/>
          </a:p>
        </p:txBody>
      </p:sp>
      <p:sp>
        <p:nvSpPr>
          <p:cNvPr id="1617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Mjög mikilvægt að gögn í gagnasafninu séu rétt</a:t>
            </a:r>
          </a:p>
          <a:p>
            <a:pPr lvl="1"/>
            <a:r>
              <a:rPr lang="is-IS" altLang="is-IS" sz="2000"/>
              <a:t>Erfitt að eiga við gölluð gögn í gagnasafninu</a:t>
            </a:r>
          </a:p>
          <a:p>
            <a:pPr lvl="2"/>
            <a:r>
              <a:rPr lang="is-IS" altLang="is-IS" sz="1600"/>
              <a:t>Gefa rangar niðurstöður</a:t>
            </a:r>
          </a:p>
          <a:p>
            <a:pPr lvl="2"/>
            <a:r>
              <a:rPr lang="is-IS" altLang="is-IS" sz="1600"/>
              <a:t>Erfitt að finna og leiðrétta á öllum stöðum</a:t>
            </a:r>
          </a:p>
          <a:p>
            <a:pPr lvl="1">
              <a:spcBef>
                <a:spcPts val="1800"/>
              </a:spcBef>
            </a:pPr>
            <a:r>
              <a:rPr lang="is-IS" altLang="is-IS" sz="2000"/>
              <a:t>Betra að koma í veg fyrir að röng/gölluð gögn fari inní safnið í upphafi</a:t>
            </a:r>
          </a:p>
          <a:p>
            <a:pPr lvl="2"/>
            <a:r>
              <a:rPr lang="is-IS" altLang="is-IS" sz="1600"/>
              <a:t>Staðreyna inntak, t.d. vartöluprófa kennitölur í inntaki</a:t>
            </a:r>
          </a:p>
          <a:p>
            <a:pPr lvl="2"/>
            <a:r>
              <a:rPr lang="is-IS" altLang="is-IS" sz="1600"/>
              <a:t>Nota skorður (</a:t>
            </a:r>
            <a:r>
              <a:rPr lang="is-IS" altLang="is-IS" sz="1600" i="1"/>
              <a:t>constraints</a:t>
            </a:r>
            <a:r>
              <a:rPr lang="is-IS" altLang="is-IS" sz="1600"/>
              <a:t>) á töflur</a:t>
            </a:r>
          </a:p>
          <a:p>
            <a:pPr lvl="1"/>
            <a:endParaRPr lang="is-IS" altLang="is-IS" sz="2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DD874-F1A1-4687-BCF0-02AD40BC5A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809F47-2E8B-4D3F-B0BD-0633C65F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80</a:t>
            </a:fld>
            <a:endParaRPr lang="is-I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9AE8E7D-BD44-2CCD-5BB2-D7F0F6B3CD00}"/>
              </a:ext>
            </a:extLst>
          </p:cNvPr>
          <p:cNvSpPr/>
          <p:nvPr/>
        </p:nvSpPr>
        <p:spPr>
          <a:xfrm>
            <a:off x="6210828" y="3537532"/>
            <a:ext cx="1776173" cy="555145"/>
          </a:xfrm>
          <a:prstGeom prst="wedgeRoundRectCallout">
            <a:avLst>
              <a:gd name="adj1" fmla="val -82828"/>
              <a:gd name="adj2" fmla="val -4864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200">
                <a:solidFill>
                  <a:schemeClr val="accent1"/>
                </a:solidFill>
                <a:latin typeface="Helvetica" panose="020B0604020202020204" pitchFamily="34" charset="0"/>
              </a:rPr>
              <a:t>Reyndar er Hagstofan </a:t>
            </a:r>
            <a:r>
              <a:rPr lang="en-US" altLang="is-IS" sz="1200">
                <a:solidFill>
                  <a:schemeClr val="accent1"/>
                </a:solidFill>
                <a:latin typeface="Helvetica" panose="020B0604020202020204" pitchFamily="34" charset="0"/>
                <a:hlinkClick r:id="rId3"/>
              </a:rPr>
              <a:t>hætt með vartölur</a:t>
            </a:r>
            <a:endParaRPr lang="en-US" altLang="is-IS" sz="1200" b="1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8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uiExpand="1" build="p"/>
      <p:bldP spid="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Lyklar </a:t>
            </a:r>
            <a:r>
              <a:rPr lang="is-IS" altLang="is-IS"/>
              <a:t>(</a:t>
            </a:r>
            <a:r>
              <a:rPr lang="is-IS" altLang="is-IS" i="1"/>
              <a:t>keys</a:t>
            </a:r>
            <a:r>
              <a:rPr lang="is-IS" altLang="is-IS"/>
              <a:t>)</a:t>
            </a:r>
            <a:endParaRPr lang="is-IS" altLang="is-IS" sz="3200"/>
          </a:p>
        </p:txBody>
      </p:sp>
      <p:sp>
        <p:nvSpPr>
          <p:cNvPr id="163843" name="Content Placeholder 2"/>
          <p:cNvSpPr>
            <a:spLocks noGrp="1"/>
          </p:cNvSpPr>
          <p:nvPr>
            <p:ph idx="1"/>
          </p:nvPr>
        </p:nvSpPr>
        <p:spPr>
          <a:xfrm>
            <a:off x="463214" y="1050823"/>
            <a:ext cx="7792699" cy="3740753"/>
          </a:xfrm>
        </p:spPr>
        <p:txBody>
          <a:bodyPr>
            <a:normAutofit lnSpcReduction="10000"/>
          </a:bodyPr>
          <a:lstStyle/>
          <a:p>
            <a:r>
              <a:rPr lang="is-IS" altLang="is-IS" sz="2400"/>
              <a:t>Lykill er </a:t>
            </a:r>
            <a:r>
              <a:rPr lang="is-IS" altLang="is-IS" sz="2400" b="1"/>
              <a:t>dálkur</a:t>
            </a:r>
            <a:r>
              <a:rPr lang="is-IS" altLang="is-IS" sz="2400"/>
              <a:t> (eða safn dálka) sem </a:t>
            </a:r>
            <a:r>
              <a:rPr lang="is-IS" altLang="is-IS" sz="2400" b="1"/>
              <a:t>ákvarðar línu einkvæmt</a:t>
            </a:r>
          </a:p>
          <a:p>
            <a:pPr lvl="1"/>
            <a:r>
              <a:rPr lang="is-IS" altLang="is-IS" sz="2000"/>
              <a:t>Í töflunni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felagar</a:t>
            </a:r>
            <a:r>
              <a:rPr lang="is-IS" altLang="is-IS" sz="2000"/>
              <a:t>:</a:t>
            </a:r>
          </a:p>
          <a:p>
            <a:pPr lvl="1">
              <a:buFontTx/>
              <a:buNone/>
              <a:tabLst>
                <a:tab pos="803275" algn="l"/>
              </a:tabLst>
            </a:pPr>
            <a:r>
              <a:rPr lang="is-IS" altLang="is-IS" sz="2000"/>
              <a:t>	 	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postnr</a:t>
            </a:r>
            <a:r>
              <a:rPr lang="is-IS" altLang="is-IS" sz="2000"/>
              <a:t> er ekki lykill (margar línur með sama gildi)</a:t>
            </a:r>
          </a:p>
          <a:p>
            <a:pPr lvl="1">
              <a:buFontTx/>
              <a:buNone/>
              <a:tabLst>
                <a:tab pos="803275" algn="l"/>
              </a:tabLst>
            </a:pPr>
            <a:r>
              <a:rPr lang="is-IS" altLang="is-IS" sz="2000"/>
              <a:t>		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nafn</a:t>
            </a:r>
            <a:r>
              <a:rPr lang="is-IS" altLang="is-IS" sz="2000"/>
              <a:t> er ekki lykill (margir geta heitið sama nafni)</a:t>
            </a:r>
          </a:p>
          <a:p>
            <a:pPr lvl="1">
              <a:buFontTx/>
              <a:buNone/>
              <a:tabLst>
                <a:tab pos="803275" algn="l"/>
              </a:tabLst>
            </a:pPr>
            <a:r>
              <a:rPr lang="is-IS" altLang="is-IS" sz="2000"/>
              <a:t>		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fnr</a:t>
            </a:r>
            <a:r>
              <a:rPr lang="is-IS" altLang="is-IS" sz="2000"/>
              <a:t> er lykill (við búum dálkinn til þannig!)</a:t>
            </a:r>
          </a:p>
          <a:p>
            <a:pPr>
              <a:spcBef>
                <a:spcPts val="1800"/>
              </a:spcBef>
            </a:pPr>
            <a:r>
              <a:rPr lang="is-IS" altLang="is-IS" sz="2400"/>
              <a:t>Ræðst af eðli gagnanna hvort dálkur sé lykill</a:t>
            </a:r>
          </a:p>
          <a:p>
            <a:pPr lvl="1"/>
            <a:r>
              <a:rPr lang="is-IS" altLang="is-IS" sz="2000"/>
              <a:t>Er kennitala lykill?</a:t>
            </a:r>
          </a:p>
          <a:p>
            <a:pPr lvl="2"/>
            <a:r>
              <a:rPr lang="is-IS" altLang="is-IS" sz="1600"/>
              <a:t>Hvað með Gervimaður útlönd (010130-7789)?</a:t>
            </a:r>
          </a:p>
          <a:p>
            <a:pPr lvl="1">
              <a:buFontTx/>
              <a:buNone/>
            </a:pPr>
            <a:endParaRPr lang="is-IS" altLang="is-IS" sz="1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53B90-DD00-4D56-864E-718E83FE719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5286A7-7395-4CC8-BF3A-E47B6A44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81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7969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Samsettir lyklar</a:t>
            </a:r>
          </a:p>
        </p:txBody>
      </p:sp>
      <p:sp>
        <p:nvSpPr>
          <p:cNvPr id="1658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Í töflum fyrir tengsl á milli hluta eru lyklar oft samsettir úr lyklum hlutanna</a:t>
            </a:r>
          </a:p>
          <a:p>
            <a:pPr lvl="1"/>
            <a:r>
              <a:rPr lang="is-IS" altLang="is-IS" sz="2000"/>
              <a:t>Lykill í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leigur</a:t>
            </a:r>
            <a:r>
              <a:rPr lang="is-IS" altLang="is-IS" sz="2000"/>
              <a:t> er samsettur úr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fnr</a:t>
            </a:r>
            <a:r>
              <a:rPr lang="is-IS" altLang="is-IS" sz="2000"/>
              <a:t>, 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husnr</a:t>
            </a:r>
            <a:r>
              <a:rPr lang="is-IS" altLang="is-IS" sz="2000"/>
              <a:t>  og 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dags</a:t>
            </a:r>
          </a:p>
          <a:p>
            <a:pPr lvl="2"/>
            <a:r>
              <a:rPr lang="is-IS" altLang="is-IS" sz="1600"/>
              <a:t>Ekki nóg að vita bara </a:t>
            </a:r>
            <a:r>
              <a:rPr lang="is-IS" altLang="is-IS" sz="1600" b="1">
                <a:latin typeface="Courier New" panose="02070309020205020404" pitchFamily="49" charset="0"/>
                <a:cs typeface="Courier New" panose="02070309020205020404" pitchFamily="49" charset="0"/>
              </a:rPr>
              <a:t>fnr</a:t>
            </a:r>
            <a:r>
              <a:rPr lang="is-IS" altLang="is-IS" sz="1600"/>
              <a:t> og </a:t>
            </a:r>
            <a:r>
              <a:rPr lang="is-IS" altLang="is-IS" sz="1600" b="1">
                <a:latin typeface="Courier New" panose="02070309020205020404" pitchFamily="49" charset="0"/>
                <a:cs typeface="Courier New" panose="02070309020205020404" pitchFamily="49" charset="0"/>
              </a:rPr>
              <a:t>husnr</a:t>
            </a:r>
            <a:endParaRPr lang="is-IS" altLang="is-I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800"/>
              </a:spcBef>
            </a:pPr>
            <a:r>
              <a:rPr lang="is-IS" altLang="is-IS" sz="2400"/>
              <a:t>Þurfum sjálf að ákveða hvort tiltekin svið myndi lykil</a:t>
            </a:r>
          </a:p>
          <a:p>
            <a:pPr lvl="1">
              <a:spcBef>
                <a:spcPts val="450"/>
              </a:spcBef>
            </a:pPr>
            <a:r>
              <a:rPr lang="is-IS" altLang="is-IS" sz="2000"/>
              <a:t>Til dæmis, ef enginn má leigja bústað oftar en einu sinni þá er {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fnr</a:t>
            </a:r>
            <a:r>
              <a:rPr lang="is-IS" altLang="is-IS" sz="2000"/>
              <a:t>,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husnr</a:t>
            </a:r>
            <a:r>
              <a:rPr lang="is-IS" altLang="is-IS" sz="2000"/>
              <a:t>} lykill fyrir </a:t>
            </a:r>
            <a:r>
              <a:rPr lang="is-IS" altLang="is-IS" sz="2000" b="1">
                <a:latin typeface="Courier New" panose="02070309020205020404" pitchFamily="49" charset="0"/>
                <a:cs typeface="Courier New" panose="02070309020205020404" pitchFamily="49" charset="0"/>
              </a:rPr>
              <a:t>leigur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C5885-F12B-4411-9DD9-887C81D2CAD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B1C993-A912-4F97-B803-FCD848E3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82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29040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>
                <a:cs typeface="Courier New" panose="02070309020205020404" pitchFamily="49" charset="0"/>
              </a:rPr>
              <a:t>Aðallykill </a:t>
            </a:r>
            <a:r>
              <a:rPr lang="is-IS" altLang="is-IS" sz="2800">
                <a:cs typeface="Courier New" panose="02070309020205020404" pitchFamily="49" charset="0"/>
              </a:rPr>
              <a:t>(</a:t>
            </a:r>
            <a:r>
              <a:rPr lang="is-IS" altLang="is-IS" sz="2800" b="1"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is-IS" altLang="is-IS" sz="2800">
                <a:cs typeface="Courier New" panose="02070309020205020404" pitchFamily="49" charset="0"/>
              </a:rPr>
              <a:t>) </a:t>
            </a:r>
            <a:endParaRPr lang="is-IS" altLang="is-IS" sz="3200">
              <a:cs typeface="Courier New" panose="02070309020205020404" pitchFamily="49" charset="0"/>
            </a:endParaRPr>
          </a:p>
        </p:txBody>
      </p:sp>
      <p:sp>
        <p:nvSpPr>
          <p:cNvPr id="1679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Getum látið gagnasafnskerfið vita um lykla í skilgreiningu töflunnar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DF040-C801-419E-BAB1-F50684659D2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6DC49-7AD1-497C-9DB2-81C34CD0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83</a:t>
            </a:fld>
            <a:endParaRPr lang="is-IS"/>
          </a:p>
        </p:txBody>
      </p:sp>
      <p:sp>
        <p:nvSpPr>
          <p:cNvPr id="167940" name="TextBox 7"/>
          <p:cNvSpPr txBox="1">
            <a:spLocks noChangeArrowheads="1"/>
          </p:cNvSpPr>
          <p:nvPr/>
        </p:nvSpPr>
        <p:spPr bwMode="auto">
          <a:xfrm>
            <a:off x="1916931" y="2039327"/>
            <a:ext cx="3537613" cy="10156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felagar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fnr integer primary key,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67941" name="TextBox 7"/>
          <p:cNvSpPr txBox="1">
            <a:spLocks noChangeArrowheads="1"/>
          </p:cNvSpPr>
          <p:nvPr/>
        </p:nvSpPr>
        <p:spPr bwMode="auto">
          <a:xfrm>
            <a:off x="1916931" y="3651079"/>
            <a:ext cx="4423877" cy="78483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leigur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5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primary key (fnr, husnr, dags));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0808" y="2661124"/>
            <a:ext cx="2174542" cy="523220"/>
          </a:xfrm>
          <a:prstGeom prst="rect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1400">
                <a:solidFill>
                  <a:schemeClr val="accent1"/>
                </a:solidFill>
                <a:cs typeface="Courier New" pitchFamily="49" charset="0"/>
              </a:rPr>
              <a:t>Hver tafla getur aðeins haft einn  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primary key</a:t>
            </a:r>
          </a:p>
        </p:txBody>
      </p:sp>
    </p:spTree>
    <p:extLst>
      <p:ext uri="{BB962C8B-B14F-4D97-AF65-F5344CB8AC3E}">
        <p14:creationId xmlns:p14="http://schemas.microsoft.com/office/powerpoint/2010/main" val="284373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  <p:bldP spid="167940" grpId="0" animBg="1"/>
      <p:bldP spid="167941" grpId="0" animBg="1"/>
      <p:bldP spid="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altLang="is-IS" sz="3200"/>
              <a:t>Skorður </a:t>
            </a:r>
            <a:r>
              <a:rPr lang="is-IS" altLang="is-IS"/>
              <a:t>(</a:t>
            </a:r>
            <a:r>
              <a:rPr lang="is-IS" altLang="is-IS" i="1"/>
              <a:t>constraints</a:t>
            </a:r>
            <a:r>
              <a:rPr lang="is-IS" altLang="is-IS"/>
              <a:t>)</a:t>
            </a:r>
          </a:p>
        </p:txBody>
      </p:sp>
      <p:sp>
        <p:nvSpPr>
          <p:cNvPr id="1699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Skilgreining á aðallykli er dæmi um skorðu</a:t>
            </a:r>
          </a:p>
          <a:p>
            <a:pPr lvl="1"/>
            <a:r>
              <a:rPr lang="is-IS" altLang="is-IS" sz="2000"/>
              <a:t>Aðrar skorður:</a:t>
            </a:r>
          </a:p>
          <a:p>
            <a:pPr lvl="1">
              <a:spcBef>
                <a:spcPts val="450"/>
              </a:spcBef>
              <a:buNone/>
            </a:pPr>
            <a:r>
              <a:rPr lang="is-IS" altLang="is-IS"/>
              <a:t>		</a:t>
            </a:r>
            <a:r>
              <a:rPr lang="is-I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is-IS" altLang="is-IS" sz="1800"/>
              <a:t>  −  segir að dálkurinn sé einkvæmur</a:t>
            </a:r>
          </a:p>
          <a:p>
            <a:pPr lvl="1">
              <a:spcBef>
                <a:spcPts val="450"/>
              </a:spcBef>
              <a:buNone/>
            </a:pPr>
            <a:r>
              <a:rPr lang="is-IS" altLang="is-IS" sz="1800"/>
              <a:t>		</a:t>
            </a:r>
            <a:r>
              <a:rPr lang="is-I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is-IS" altLang="is-IS" sz="1800">
                <a:cs typeface="Courier New" panose="02070309020205020404" pitchFamily="49" charset="0"/>
              </a:rPr>
              <a:t> </a:t>
            </a:r>
            <a:r>
              <a:rPr lang="is-IS" altLang="is-IS"/>
              <a:t>−</a:t>
            </a:r>
            <a:r>
              <a:rPr lang="is-IS" altLang="is-IS" sz="1800"/>
              <a:t>  segir að dálkurinn verði að hafa gildi</a:t>
            </a:r>
          </a:p>
          <a:p>
            <a:pPr lvl="1">
              <a:spcBef>
                <a:spcPts val="450"/>
              </a:spcBef>
              <a:buNone/>
            </a:pPr>
            <a:r>
              <a:rPr lang="is-IS" altLang="is-IS" sz="1800"/>
              <a:t>		</a:t>
            </a:r>
            <a:r>
              <a:rPr lang="is-I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is-IS" altLang="is-IS" sz="1800"/>
              <a:t> </a:t>
            </a:r>
            <a:r>
              <a:rPr lang="is-IS" altLang="is-IS"/>
              <a:t>−</a:t>
            </a:r>
            <a:r>
              <a:rPr lang="is-IS" altLang="is-IS" sz="1800"/>
              <a:t>  gefur sjálfgefið gildi á dálkinn</a:t>
            </a:r>
          </a:p>
          <a:p>
            <a:pPr lvl="1">
              <a:spcBef>
                <a:spcPts val="450"/>
              </a:spcBef>
              <a:buNone/>
            </a:pPr>
            <a:r>
              <a:rPr lang="is-IS" altLang="is-IS" sz="1800"/>
              <a:t>		</a:t>
            </a:r>
            <a:r>
              <a:rPr lang="is-I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check(</a:t>
            </a:r>
            <a:r>
              <a:rPr lang="is-IS" altLang="is-IS" sz="1800" i="1"/>
              <a:t>skilyrði</a:t>
            </a:r>
            <a:r>
              <a:rPr lang="is-IS" altLang="is-IS" sz="18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is-IS" altLang="is-IS" sz="1800"/>
              <a:t> </a:t>
            </a:r>
            <a:r>
              <a:rPr lang="is-IS" altLang="is-IS"/>
              <a:t>−</a:t>
            </a:r>
            <a:r>
              <a:rPr lang="is-IS" altLang="is-IS" sz="1800"/>
              <a:t>  tryggir að </a:t>
            </a:r>
            <a:r>
              <a:rPr lang="is-IS" altLang="is-IS" sz="1800" i="1"/>
              <a:t>skilyrði</a:t>
            </a:r>
            <a:r>
              <a:rPr lang="is-IS" altLang="is-IS" sz="1800"/>
              <a:t> sé uppfyllt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2AA95-6804-4D68-BAF2-D1E6BD223A7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F764A9-BF5C-4932-9FA6-56DEEB20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84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51439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Dæmi um skorður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D333F-595D-4AD8-98F7-8CD46D81492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6B250-097B-42E2-B065-3106D63B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85</a:t>
            </a:fld>
            <a:endParaRPr lang="is-IS"/>
          </a:p>
        </p:txBody>
      </p:sp>
      <p:sp>
        <p:nvSpPr>
          <p:cNvPr id="172035" name="TextBox 7"/>
          <p:cNvSpPr txBox="1">
            <a:spLocks noChangeArrowheads="1"/>
          </p:cNvSpPr>
          <p:nvPr/>
        </p:nvSpPr>
        <p:spPr bwMode="auto">
          <a:xfrm>
            <a:off x="1244197" y="1545890"/>
            <a:ext cx="5359405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felagar(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fnr integer </a:t>
            </a:r>
            <a:r>
              <a:rPr lang="en-US" altLang="is-IS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key 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nafn char(30) 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postnr char(3),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stig integer default 0,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inng_ar integer check(inng_ar &gt; 1900),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constraint pnr_check(postnr&gt;'100'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and postnr&lt;='999')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s-I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FBF38C66-B1EE-FB61-F853-8916CD60A9F6}"/>
              </a:ext>
            </a:extLst>
          </p:cNvPr>
          <p:cNvSpPr/>
          <p:nvPr/>
        </p:nvSpPr>
        <p:spPr>
          <a:xfrm>
            <a:off x="5229255" y="1395854"/>
            <a:ext cx="946880" cy="316925"/>
          </a:xfrm>
          <a:prstGeom prst="wedgeRoundRectCallout">
            <a:avLst>
              <a:gd name="adj1" fmla="val -162368"/>
              <a:gd name="adj2" fmla="val 10231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Helvetica" panose="020B0604020202020204" pitchFamily="34" charset="0"/>
              </a:rPr>
              <a:t>Aðallykill</a:t>
            </a:r>
            <a:endParaRPr lang="en-US" altLang="is-IS" sz="1400" b="1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27C901E-314A-775C-8E3D-0BEBB523BB37}"/>
              </a:ext>
            </a:extLst>
          </p:cNvPr>
          <p:cNvSpPr/>
          <p:nvPr/>
        </p:nvSpPr>
        <p:spPr>
          <a:xfrm>
            <a:off x="5322141" y="2178744"/>
            <a:ext cx="1373407" cy="316925"/>
          </a:xfrm>
          <a:prstGeom prst="wedgeRoundRectCallout">
            <a:avLst>
              <a:gd name="adj1" fmla="val -106948"/>
              <a:gd name="adj2" fmla="val 91938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Helvetica" panose="020B0604020202020204" pitchFamily="34" charset="0"/>
              </a:rPr>
              <a:t>Sjálfgefið gildi</a:t>
            </a:r>
            <a:endParaRPr lang="en-US" altLang="is-IS" sz="1400" b="1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37F34E4-4D5F-FCCA-9178-5EFF1252B854}"/>
              </a:ext>
            </a:extLst>
          </p:cNvPr>
          <p:cNvSpPr/>
          <p:nvPr/>
        </p:nvSpPr>
        <p:spPr>
          <a:xfrm>
            <a:off x="6695548" y="2573195"/>
            <a:ext cx="1438795" cy="316925"/>
          </a:xfrm>
          <a:prstGeom prst="wedgeRoundRectCallout">
            <a:avLst>
              <a:gd name="adj1" fmla="val -81083"/>
              <a:gd name="adj2" fmla="val 4627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Helvetica" panose="020B0604020202020204" pitchFamily="34" charset="0"/>
              </a:rPr>
              <a:t>Almenn skorða</a:t>
            </a:r>
            <a:endParaRPr lang="en-US" altLang="is-IS" sz="1400" b="1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F8284441-6BAA-FC58-F675-D8890BA2C7BD}"/>
              </a:ext>
            </a:extLst>
          </p:cNvPr>
          <p:cNvSpPr/>
          <p:nvPr/>
        </p:nvSpPr>
        <p:spPr>
          <a:xfrm>
            <a:off x="1679452" y="3726529"/>
            <a:ext cx="1637708" cy="316925"/>
          </a:xfrm>
          <a:prstGeom prst="wedgeRoundRectCallout">
            <a:avLst>
              <a:gd name="adj1" fmla="val 63523"/>
              <a:gd name="adj2" fmla="val -14469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Helvetica" panose="020B0604020202020204" pitchFamily="34" charset="0"/>
              </a:rPr>
              <a:t>Skorða með nafni</a:t>
            </a:r>
            <a:endParaRPr lang="en-US" altLang="is-IS" sz="1400" b="1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58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altLang="is-IS" sz="3200"/>
              <a:t>Hvað næst?</a:t>
            </a:r>
          </a:p>
        </p:txBody>
      </p:sp>
      <p:sp>
        <p:nvSpPr>
          <p:cNvPr id="1740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s-IS" altLang="is-IS" sz="2400"/>
              <a:t>Framhaldsnámskeið hjá EHÍ:</a:t>
            </a:r>
          </a:p>
          <a:p>
            <a:pPr lvl="1">
              <a:spcBef>
                <a:spcPts val="400"/>
              </a:spcBef>
            </a:pPr>
            <a:r>
              <a:rPr lang="is-IS" altLang="is-IS" sz="2000"/>
              <a:t>Töflutengingar (</a:t>
            </a:r>
            <a:r>
              <a:rPr lang="is-IS" altLang="is-IS" sz="2000" i="1"/>
              <a:t>join</a:t>
            </a:r>
            <a:r>
              <a:rPr lang="is-IS" altLang="is-IS" sz="2000"/>
              <a:t>)</a:t>
            </a:r>
          </a:p>
          <a:p>
            <a:pPr lvl="1">
              <a:spcBef>
                <a:spcPts val="400"/>
              </a:spcBef>
            </a:pPr>
            <a:r>
              <a:rPr lang="is-IS" altLang="is-IS" sz="2000"/>
              <a:t>Undirfyrirspurnir (</a:t>
            </a:r>
            <a:r>
              <a:rPr lang="is-IS" altLang="is-IS" sz="2000" i="1"/>
              <a:t>subqueries</a:t>
            </a:r>
            <a:r>
              <a:rPr lang="is-IS" altLang="is-IS" sz="2000"/>
              <a:t>)</a:t>
            </a:r>
          </a:p>
          <a:p>
            <a:pPr lvl="1">
              <a:spcBef>
                <a:spcPts val="400"/>
              </a:spcBef>
            </a:pPr>
            <a:r>
              <a:rPr lang="en-US" altLang="is-IS" sz="2000"/>
              <a:t>Notkun á mengjavirkjum </a:t>
            </a:r>
            <a:r>
              <a:rPr lang="en-US" altLang="is-IS" sz="2000" i="1"/>
              <a:t>(set operators)</a:t>
            </a:r>
            <a:endParaRPr lang="is-IS" altLang="is-IS" sz="2000"/>
          </a:p>
          <a:p>
            <a:pPr lvl="1">
              <a:spcBef>
                <a:spcPts val="400"/>
              </a:spcBef>
            </a:pPr>
            <a:r>
              <a:rPr lang="is-IS" altLang="is-IS" sz="2000"/>
              <a:t>Sýndartöflur, vísar, hönnun gagnasafna, ...</a:t>
            </a:r>
          </a:p>
          <a:p>
            <a:pPr>
              <a:spcBef>
                <a:spcPts val="1800"/>
              </a:spcBef>
            </a:pPr>
            <a:r>
              <a:rPr lang="is-IS" altLang="is-IS" sz="2400"/>
              <a:t>Kennsluefni á Vefnum:</a:t>
            </a:r>
          </a:p>
          <a:p>
            <a:pPr lvl="1">
              <a:spcBef>
                <a:spcPts val="400"/>
              </a:spcBef>
            </a:pPr>
            <a:r>
              <a:rPr lang="is-IS" altLang="is-IS" sz="2000"/>
              <a:t>SQL kennsluefni á heimasíðu</a:t>
            </a:r>
          </a:p>
          <a:p>
            <a:pPr lvl="1">
              <a:spcBef>
                <a:spcPts val="400"/>
              </a:spcBef>
            </a:pPr>
            <a:r>
              <a:rPr lang="is-IS" altLang="is-IS" sz="2000"/>
              <a:t>Háskólanámskeið um Gagnasafnsfræði</a:t>
            </a:r>
            <a:endParaRPr lang="is-IS" altLang="is-IS" sz="24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E69194-605A-4990-ABDC-9D45CC6BCAC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25.3.2026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5FD6E8-4AD8-4782-8CEF-BCA4A6BD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934D-2A7E-9946-9099-A18C4AA94EC3}" type="slidenum">
              <a:rPr lang="is-IS" smtClean="0"/>
              <a:t>86</a:t>
            </a:fld>
            <a:endParaRPr lang="is-I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421741A-A212-46F7-722B-0F780D5291DD}"/>
              </a:ext>
            </a:extLst>
          </p:cNvPr>
          <p:cNvSpPr/>
          <p:nvPr/>
        </p:nvSpPr>
        <p:spPr>
          <a:xfrm>
            <a:off x="5113822" y="973263"/>
            <a:ext cx="2000968" cy="316925"/>
          </a:xfrm>
          <a:prstGeom prst="wedgeRoundRectCallout">
            <a:avLst>
              <a:gd name="adj1" fmla="val -80024"/>
              <a:gd name="adj2" fmla="val 6503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s-IS" sz="1400">
                <a:solidFill>
                  <a:schemeClr val="accent1"/>
                </a:solidFill>
                <a:latin typeface="Helvetica" panose="020B0604020202020204" pitchFamily="34" charset="0"/>
              </a:rPr>
              <a:t>SQL fyrirspurnarmálið</a:t>
            </a:r>
            <a:endParaRPr lang="en-US" altLang="is-IS" sz="1400" b="1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71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uiExpand="1" build="p"/>
      <p:bldP spid="4" grpId="0" animBg="1"/>
    </p:bldLst>
  </p:timing>
</p:sld>
</file>

<file path=ppt/theme/theme1.xml><?xml version="1.0" encoding="utf-8"?>
<a:theme xmlns:a="http://schemas.openxmlformats.org/drawingml/2006/main" name="NyttEHI">
  <a:themeElements>
    <a:clrScheme name="Endurmenntun HÍ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0099F"/>
      </a:accent1>
      <a:accent2>
        <a:srgbClr val="2AD5D3"/>
      </a:accent2>
      <a:accent3>
        <a:srgbClr val="00FFBA"/>
      </a:accent3>
      <a:accent4>
        <a:srgbClr val="FA1010"/>
      </a:accent4>
      <a:accent5>
        <a:srgbClr val="F8AA11"/>
      </a:accent5>
      <a:accent6>
        <a:srgbClr val="FF7819"/>
      </a:accent6>
      <a:hlink>
        <a:srgbClr val="0000FF"/>
      </a:hlink>
      <a:folHlink>
        <a:srgbClr val="9B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yttEHI" id="{CC06D170-1118-4AC0-97A2-B67ABDB14DCF}" vid="{106D3874-65D2-4C58-A795-158821E8CB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NyttEHI</Template>
  <TotalTime>1591</TotalTime>
  <Words>4740</Words>
  <Application>Microsoft Office PowerPoint</Application>
  <PresentationFormat>On-screen Show (16:9)</PresentationFormat>
  <Paragraphs>1068</Paragraphs>
  <Slides>86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6" baseType="lpstr">
      <vt:lpstr>Apple Symbols</vt:lpstr>
      <vt:lpstr>Arial</vt:lpstr>
      <vt:lpstr>Calibri</vt:lpstr>
      <vt:lpstr>Cambria Math</vt:lpstr>
      <vt:lpstr>Courier New</vt:lpstr>
      <vt:lpstr>Helvetica</vt:lpstr>
      <vt:lpstr>Jost</vt:lpstr>
      <vt:lpstr>Jost Medium</vt:lpstr>
      <vt:lpstr>Jost SemiBold</vt:lpstr>
      <vt:lpstr>NyttEHI</vt:lpstr>
      <vt:lpstr>Gagnasöfn og SQL</vt:lpstr>
      <vt:lpstr>Efni námskeiðs</vt:lpstr>
      <vt:lpstr>Gagnasafnskerfi</vt:lpstr>
      <vt:lpstr>Eiginleikar gagnasafnskerfa</vt:lpstr>
      <vt:lpstr>Venslagagnasöfn</vt:lpstr>
      <vt:lpstr>Grunnmengi (domain)</vt:lpstr>
      <vt:lpstr>Töflur og vensl</vt:lpstr>
      <vt:lpstr>Hönnun gagnasafna</vt:lpstr>
      <vt:lpstr>Kostir venslalíkansins</vt:lpstr>
      <vt:lpstr>SQLite</vt:lpstr>
      <vt:lpstr>SQLite</vt:lpstr>
      <vt:lpstr>SQLite skipanaskel</vt:lpstr>
      <vt:lpstr>Verkefni</vt:lpstr>
      <vt:lpstr>SQL fyrirspurnarmálið</vt:lpstr>
      <vt:lpstr>SQL fyrirspurnir</vt:lpstr>
      <vt:lpstr>Fyrirspurnir</vt:lpstr>
      <vt:lpstr>Fyrirspurnir</vt:lpstr>
      <vt:lpstr>Fyrirspurnir í SQLite</vt:lpstr>
      <vt:lpstr>Fyrirspurnir</vt:lpstr>
      <vt:lpstr>Röð úttaks</vt:lpstr>
      <vt:lpstr>Röð úttaks</vt:lpstr>
      <vt:lpstr>Röð úttaks</vt:lpstr>
      <vt:lpstr>Margir röðunardálkar</vt:lpstr>
      <vt:lpstr>Takmarka fjölda lína</vt:lpstr>
      <vt:lpstr>Sleppa línum</vt:lpstr>
      <vt:lpstr>Æfingar</vt:lpstr>
      <vt:lpstr>Velja út línur</vt:lpstr>
      <vt:lpstr>Velja út línur</vt:lpstr>
      <vt:lpstr>Flóknari skilyrði</vt:lpstr>
      <vt:lpstr>Flóknari skilyrði</vt:lpstr>
      <vt:lpstr>Möguleg vandamál</vt:lpstr>
      <vt:lpstr>Hvert er vandamálið?</vt:lpstr>
      <vt:lpstr>Æfingar</vt:lpstr>
      <vt:lpstr>Reglulegar segðir (regular expressions)</vt:lpstr>
      <vt:lpstr>Reglulegar segðir</vt:lpstr>
      <vt:lpstr>Reglulegar segðir</vt:lpstr>
      <vt:lpstr>Reglulegar segðir</vt:lpstr>
      <vt:lpstr>Hástafir/lágstafir í like</vt:lpstr>
      <vt:lpstr>Æfingar</vt:lpstr>
      <vt:lpstr>Aðrar skipanir í SQL</vt:lpstr>
      <vt:lpstr>Aðrar skipanir í SQL</vt:lpstr>
      <vt:lpstr>Aðrar skipanir í SQL</vt:lpstr>
      <vt:lpstr>Aðrar skipanir í SQL</vt:lpstr>
      <vt:lpstr>Æfingar</vt:lpstr>
      <vt:lpstr>Innflutningur gagna</vt:lpstr>
      <vt:lpstr>Gagnainnflutningur í skipanalínu SQLite</vt:lpstr>
      <vt:lpstr>Gagnaútflutningur í SQLite</vt:lpstr>
      <vt:lpstr>Útflutningur í sqliteonline.com</vt:lpstr>
      <vt:lpstr>Innflutningur í sqliteonline.com</vt:lpstr>
      <vt:lpstr>Gögn úr SQLite</vt:lpstr>
      <vt:lpstr>Skipanaskrár í SQLite</vt:lpstr>
      <vt:lpstr>Skipanaskrá í SQLite</vt:lpstr>
      <vt:lpstr>Æfingar</vt:lpstr>
      <vt:lpstr>Samsöfnun gagna (aggregates)</vt:lpstr>
      <vt:lpstr>Samsöfnun gagna</vt:lpstr>
      <vt:lpstr>Samsöfnun gagna</vt:lpstr>
      <vt:lpstr>Hópun gagna (group by)</vt:lpstr>
      <vt:lpstr>Reglur um hópun</vt:lpstr>
      <vt:lpstr>Reglur um hópun</vt:lpstr>
      <vt:lpstr>Hópun og röðun</vt:lpstr>
      <vt:lpstr>Velja úr hópa</vt:lpstr>
      <vt:lpstr>Velja úr hópa</vt:lpstr>
      <vt:lpstr>Æfingar</vt:lpstr>
      <vt:lpstr>Form  select  skipunar hingað til</vt:lpstr>
      <vt:lpstr>Almennt form select skipunar</vt:lpstr>
      <vt:lpstr>Önnur SQLite viðmót</vt:lpstr>
      <vt:lpstr>DB Browser for SQLite</vt:lpstr>
      <vt:lpstr>PowerPoint Presentation</vt:lpstr>
      <vt:lpstr>sqliteonline.com</vt:lpstr>
      <vt:lpstr>PowerPoint Presentation</vt:lpstr>
      <vt:lpstr>NULL gildi</vt:lpstr>
      <vt:lpstr>NULL gildi í SQLite</vt:lpstr>
      <vt:lpstr>Samanburður með NULL</vt:lpstr>
      <vt:lpstr>Sanngildið Óþekkt</vt:lpstr>
      <vt:lpstr>NULL í select skipunum</vt:lpstr>
      <vt:lpstr>Dæmi um NULL</vt:lpstr>
      <vt:lpstr>Að finna NULL gildi</vt:lpstr>
      <vt:lpstr>Töfluskilgreiningar og NULL</vt:lpstr>
      <vt:lpstr>Æfingar</vt:lpstr>
      <vt:lpstr>Heilleiki gagna (data integrity)</vt:lpstr>
      <vt:lpstr>Lyklar (keys)</vt:lpstr>
      <vt:lpstr>Samsettir lyklar</vt:lpstr>
      <vt:lpstr>Aðallykill (primary key) </vt:lpstr>
      <vt:lpstr>Skorður (constraints)</vt:lpstr>
      <vt:lpstr>Dæmi um skorður</vt:lpstr>
      <vt:lpstr>Hvað næst?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Gagnasöfn og SQL</dc:title>
  <dc:creator>hh@hi.is</dc:creator>
  <cp:lastModifiedBy>Hjálmtýr Hafsteinsson - HI</cp:lastModifiedBy>
  <cp:revision>72</cp:revision>
  <cp:lastPrinted>2021-01-20T08:33:29Z</cp:lastPrinted>
  <dcterms:created xsi:type="dcterms:W3CDTF">2018-09-28T11:57:27Z</dcterms:created>
  <dcterms:modified xsi:type="dcterms:W3CDTF">2026-03-22T12:32:04Z</dcterms:modified>
</cp:coreProperties>
</file>